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7" r:id="rId7"/>
    <p:sldId id="261" r:id="rId8"/>
    <p:sldId id="263" r:id="rId9"/>
    <p:sldId id="262" r:id="rId10"/>
    <p:sldId id="264" r:id="rId11"/>
    <p:sldId id="265" r:id="rId12"/>
    <p:sldId id="266" r:id="rId13"/>
    <p:sldId id="268" r:id="rId14"/>
  </p:sldIdLst>
  <p:sldSz cx="18288000" cy="10287000"/>
  <p:notesSz cx="6858000" cy="9144000"/>
  <p:embeddedFontLst>
    <p:embeddedFont>
      <p:font typeface="DungGeunMo" panose="020B0500000000000000" charset="-127"/>
      <p:regular r:id="rId15"/>
    </p:embeddedFont>
    <p:embeddedFont>
      <p:font typeface="Pretendard Regular" panose="020B0600000101010101" charset="-127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현수 김" initials="현김" lastIdx="1" clrIdx="0">
    <p:extLst>
      <p:ext uri="{19B8F6BF-5375-455C-9EA6-DF929625EA0E}">
        <p15:presenceInfo xmlns:p15="http://schemas.microsoft.com/office/powerpoint/2012/main" userId="3295b31cac8b7f42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88" d="100"/>
          <a:sy n="88" d="100"/>
        </p:scale>
        <p:origin x="114" y="54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5" Type="http://schemas.openxmlformats.org/officeDocument/2006/relationships/image" Target="../media/image4.gif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7.png"/><Relationship Id="rId18" Type="http://schemas.openxmlformats.org/officeDocument/2006/relationships/image" Target="../media/image12.png"/><Relationship Id="rId26" Type="http://schemas.openxmlformats.org/officeDocument/2006/relationships/image" Target="../media/image20.png"/><Relationship Id="rId3" Type="http://schemas.openxmlformats.org/officeDocument/2006/relationships/image" Target="../media/image22.png"/><Relationship Id="rId21" Type="http://schemas.openxmlformats.org/officeDocument/2006/relationships/image" Target="../media/image15.png"/><Relationship Id="rId7" Type="http://schemas.openxmlformats.org/officeDocument/2006/relationships/image" Target="../media/image29.png"/><Relationship Id="rId12" Type="http://schemas.openxmlformats.org/officeDocument/2006/relationships/image" Target="../media/image6.png"/><Relationship Id="rId17" Type="http://schemas.openxmlformats.org/officeDocument/2006/relationships/image" Target="../media/image11.png"/><Relationship Id="rId25" Type="http://schemas.openxmlformats.org/officeDocument/2006/relationships/image" Target="../media/image19.png"/><Relationship Id="rId2" Type="http://schemas.openxmlformats.org/officeDocument/2006/relationships/image" Target="../media/image21.png"/><Relationship Id="rId16" Type="http://schemas.openxmlformats.org/officeDocument/2006/relationships/image" Target="../media/image10.png"/><Relationship Id="rId20" Type="http://schemas.openxmlformats.org/officeDocument/2006/relationships/image" Target="../media/image14.png"/><Relationship Id="rId29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11" Type="http://schemas.openxmlformats.org/officeDocument/2006/relationships/image" Target="../media/image1.png"/><Relationship Id="rId24" Type="http://schemas.openxmlformats.org/officeDocument/2006/relationships/image" Target="../media/image18.png"/><Relationship Id="rId5" Type="http://schemas.openxmlformats.org/officeDocument/2006/relationships/image" Target="../media/image27.png"/><Relationship Id="rId15" Type="http://schemas.openxmlformats.org/officeDocument/2006/relationships/image" Target="../media/image9.png"/><Relationship Id="rId23" Type="http://schemas.openxmlformats.org/officeDocument/2006/relationships/image" Target="../media/image17.png"/><Relationship Id="rId28" Type="http://schemas.openxmlformats.org/officeDocument/2006/relationships/image" Target="../media/image25.png"/><Relationship Id="rId10" Type="http://schemas.openxmlformats.org/officeDocument/2006/relationships/image" Target="../media/image32.png"/><Relationship Id="rId19" Type="http://schemas.openxmlformats.org/officeDocument/2006/relationships/image" Target="../media/image13.png"/><Relationship Id="rId4" Type="http://schemas.openxmlformats.org/officeDocument/2006/relationships/image" Target="../media/image23.png"/><Relationship Id="rId9" Type="http://schemas.openxmlformats.org/officeDocument/2006/relationships/image" Target="../media/image31.png"/><Relationship Id="rId14" Type="http://schemas.openxmlformats.org/officeDocument/2006/relationships/image" Target="../media/image8.png"/><Relationship Id="rId22" Type="http://schemas.openxmlformats.org/officeDocument/2006/relationships/image" Target="../media/image16.png"/><Relationship Id="rId27" Type="http://schemas.openxmlformats.org/officeDocument/2006/relationships/image" Target="../media/image24.png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.gif"/><Relationship Id="rId18" Type="http://schemas.openxmlformats.org/officeDocument/2006/relationships/image" Target="../media/image8.png"/><Relationship Id="rId26" Type="http://schemas.openxmlformats.org/officeDocument/2006/relationships/image" Target="../media/image16.png"/><Relationship Id="rId3" Type="http://schemas.openxmlformats.org/officeDocument/2006/relationships/image" Target="../media/image21.png"/><Relationship Id="rId21" Type="http://schemas.openxmlformats.org/officeDocument/2006/relationships/image" Target="../media/image11.png"/><Relationship Id="rId7" Type="http://schemas.openxmlformats.org/officeDocument/2006/relationships/image" Target="../media/image5.png"/><Relationship Id="rId12" Type="http://schemas.openxmlformats.org/officeDocument/2006/relationships/image" Target="../media/image38.png"/><Relationship Id="rId17" Type="http://schemas.openxmlformats.org/officeDocument/2006/relationships/image" Target="../media/image7.png"/><Relationship Id="rId25" Type="http://schemas.openxmlformats.org/officeDocument/2006/relationships/image" Target="../media/image15.png"/><Relationship Id="rId33" Type="http://schemas.openxmlformats.org/officeDocument/2006/relationships/image" Target="../media/image26.png"/><Relationship Id="rId2" Type="http://schemas.openxmlformats.org/officeDocument/2006/relationships/image" Target="../media/image33.png"/><Relationship Id="rId16" Type="http://schemas.openxmlformats.org/officeDocument/2006/relationships/image" Target="../media/image6.png"/><Relationship Id="rId20" Type="http://schemas.openxmlformats.org/officeDocument/2006/relationships/image" Target="../media/image10.png"/><Relationship Id="rId29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11" Type="http://schemas.openxmlformats.org/officeDocument/2006/relationships/image" Target="../media/image37.png"/><Relationship Id="rId24" Type="http://schemas.openxmlformats.org/officeDocument/2006/relationships/image" Target="../media/image14.png"/><Relationship Id="rId32" Type="http://schemas.openxmlformats.org/officeDocument/2006/relationships/image" Target="../media/image25.png"/><Relationship Id="rId5" Type="http://schemas.openxmlformats.org/officeDocument/2006/relationships/image" Target="../media/image2.png"/><Relationship Id="rId15" Type="http://schemas.openxmlformats.org/officeDocument/2006/relationships/image" Target="../media/image1.png"/><Relationship Id="rId23" Type="http://schemas.openxmlformats.org/officeDocument/2006/relationships/image" Target="../media/image13.png"/><Relationship Id="rId28" Type="http://schemas.openxmlformats.org/officeDocument/2006/relationships/image" Target="../media/image18.png"/><Relationship Id="rId10" Type="http://schemas.openxmlformats.org/officeDocument/2006/relationships/image" Target="../media/image36.png"/><Relationship Id="rId19" Type="http://schemas.openxmlformats.org/officeDocument/2006/relationships/image" Target="../media/image9.png"/><Relationship Id="rId31" Type="http://schemas.openxmlformats.org/officeDocument/2006/relationships/image" Target="../media/image24.png"/><Relationship Id="rId4" Type="http://schemas.openxmlformats.org/officeDocument/2006/relationships/image" Target="../media/image22.png"/><Relationship Id="rId9" Type="http://schemas.openxmlformats.org/officeDocument/2006/relationships/image" Target="../media/image35.png"/><Relationship Id="rId14" Type="http://schemas.openxmlformats.org/officeDocument/2006/relationships/image" Target="../media/image39.gif"/><Relationship Id="rId22" Type="http://schemas.openxmlformats.org/officeDocument/2006/relationships/image" Target="../media/image12.png"/><Relationship Id="rId27" Type="http://schemas.openxmlformats.org/officeDocument/2006/relationships/image" Target="../media/image17.png"/><Relationship Id="rId30" Type="http://schemas.openxmlformats.org/officeDocument/2006/relationships/image" Target="../media/image20.png"/><Relationship Id="rId8" Type="http://schemas.openxmlformats.org/officeDocument/2006/relationships/image" Target="../media/image3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13" Type="http://schemas.openxmlformats.org/officeDocument/2006/relationships/image" Target="../media/image6.png"/><Relationship Id="rId18" Type="http://schemas.openxmlformats.org/officeDocument/2006/relationships/image" Target="../media/image11.png"/><Relationship Id="rId26" Type="http://schemas.openxmlformats.org/officeDocument/2006/relationships/image" Target="../media/image19.png"/><Relationship Id="rId3" Type="http://schemas.openxmlformats.org/officeDocument/2006/relationships/image" Target="../media/image22.png"/><Relationship Id="rId21" Type="http://schemas.openxmlformats.org/officeDocument/2006/relationships/image" Target="../media/image14.png"/><Relationship Id="rId7" Type="http://schemas.openxmlformats.org/officeDocument/2006/relationships/image" Target="../media/image40.png"/><Relationship Id="rId12" Type="http://schemas.openxmlformats.org/officeDocument/2006/relationships/image" Target="../media/image1.png"/><Relationship Id="rId17" Type="http://schemas.openxmlformats.org/officeDocument/2006/relationships/image" Target="../media/image10.png"/><Relationship Id="rId25" Type="http://schemas.openxmlformats.org/officeDocument/2006/relationships/image" Target="../media/image18.png"/><Relationship Id="rId2" Type="http://schemas.openxmlformats.org/officeDocument/2006/relationships/image" Target="../media/image21.png"/><Relationship Id="rId16" Type="http://schemas.openxmlformats.org/officeDocument/2006/relationships/image" Target="../media/image9.png"/><Relationship Id="rId20" Type="http://schemas.openxmlformats.org/officeDocument/2006/relationships/image" Target="../media/image13.png"/><Relationship Id="rId29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44.png"/><Relationship Id="rId24" Type="http://schemas.openxmlformats.org/officeDocument/2006/relationships/image" Target="../media/image17.png"/><Relationship Id="rId32" Type="http://schemas.openxmlformats.org/officeDocument/2006/relationships/image" Target="../media/image46.png"/><Relationship Id="rId5" Type="http://schemas.openxmlformats.org/officeDocument/2006/relationships/image" Target="../media/image23.png"/><Relationship Id="rId15" Type="http://schemas.openxmlformats.org/officeDocument/2006/relationships/image" Target="../media/image8.png"/><Relationship Id="rId23" Type="http://schemas.openxmlformats.org/officeDocument/2006/relationships/image" Target="../media/image16.png"/><Relationship Id="rId28" Type="http://schemas.openxmlformats.org/officeDocument/2006/relationships/image" Target="../media/image24.png"/><Relationship Id="rId10" Type="http://schemas.openxmlformats.org/officeDocument/2006/relationships/image" Target="../media/image43.gif"/><Relationship Id="rId19" Type="http://schemas.openxmlformats.org/officeDocument/2006/relationships/image" Target="../media/image12.png"/><Relationship Id="rId31" Type="http://schemas.openxmlformats.org/officeDocument/2006/relationships/image" Target="../media/image45.png"/><Relationship Id="rId4" Type="http://schemas.openxmlformats.org/officeDocument/2006/relationships/image" Target="../media/image2.png"/><Relationship Id="rId9" Type="http://schemas.openxmlformats.org/officeDocument/2006/relationships/image" Target="../media/image42.png"/><Relationship Id="rId14" Type="http://schemas.openxmlformats.org/officeDocument/2006/relationships/image" Target="../media/image7.png"/><Relationship Id="rId22" Type="http://schemas.openxmlformats.org/officeDocument/2006/relationships/image" Target="../media/image15.png"/><Relationship Id="rId27" Type="http://schemas.openxmlformats.org/officeDocument/2006/relationships/image" Target="../media/image20.png"/><Relationship Id="rId30" Type="http://schemas.openxmlformats.org/officeDocument/2006/relationships/image" Target="../media/image2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13" Type="http://schemas.openxmlformats.org/officeDocument/2006/relationships/image" Target="../media/image10.png"/><Relationship Id="rId18" Type="http://schemas.openxmlformats.org/officeDocument/2006/relationships/image" Target="../media/image15.png"/><Relationship Id="rId26" Type="http://schemas.openxmlformats.org/officeDocument/2006/relationships/image" Target="../media/image26.png"/><Relationship Id="rId3" Type="http://schemas.openxmlformats.org/officeDocument/2006/relationships/image" Target="../media/image22.png"/><Relationship Id="rId21" Type="http://schemas.openxmlformats.org/officeDocument/2006/relationships/image" Target="../media/image18.png"/><Relationship Id="rId7" Type="http://schemas.openxmlformats.org/officeDocument/2006/relationships/image" Target="../media/image4.gif"/><Relationship Id="rId12" Type="http://schemas.openxmlformats.org/officeDocument/2006/relationships/image" Target="../media/image9.png"/><Relationship Id="rId17" Type="http://schemas.openxmlformats.org/officeDocument/2006/relationships/image" Target="../media/image14.png"/><Relationship Id="rId25" Type="http://schemas.openxmlformats.org/officeDocument/2006/relationships/image" Target="../media/image25.png"/><Relationship Id="rId2" Type="http://schemas.openxmlformats.org/officeDocument/2006/relationships/image" Target="../media/image21.png"/><Relationship Id="rId16" Type="http://schemas.openxmlformats.org/officeDocument/2006/relationships/image" Target="../media/image13.png"/><Relationship Id="rId20" Type="http://schemas.openxmlformats.org/officeDocument/2006/relationships/image" Target="../media/image17.png"/><Relationship Id="rId29" Type="http://schemas.openxmlformats.org/officeDocument/2006/relationships/image" Target="../media/image4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8.png"/><Relationship Id="rId24" Type="http://schemas.openxmlformats.org/officeDocument/2006/relationships/image" Target="../media/image24.png"/><Relationship Id="rId32" Type="http://schemas.openxmlformats.org/officeDocument/2006/relationships/image" Target="../media/image43.gif"/><Relationship Id="rId5" Type="http://schemas.openxmlformats.org/officeDocument/2006/relationships/image" Target="../media/image23.png"/><Relationship Id="rId15" Type="http://schemas.openxmlformats.org/officeDocument/2006/relationships/image" Target="../media/image12.png"/><Relationship Id="rId23" Type="http://schemas.openxmlformats.org/officeDocument/2006/relationships/image" Target="../media/image20.png"/><Relationship Id="rId28" Type="http://schemas.openxmlformats.org/officeDocument/2006/relationships/image" Target="../media/image48.png"/><Relationship Id="rId10" Type="http://schemas.openxmlformats.org/officeDocument/2006/relationships/image" Target="../media/image7.png"/><Relationship Id="rId19" Type="http://schemas.openxmlformats.org/officeDocument/2006/relationships/image" Target="../media/image16.png"/><Relationship Id="rId31" Type="http://schemas.openxmlformats.org/officeDocument/2006/relationships/image" Target="../media/image51.png"/><Relationship Id="rId4" Type="http://schemas.openxmlformats.org/officeDocument/2006/relationships/image" Target="../media/image2.png"/><Relationship Id="rId9" Type="http://schemas.openxmlformats.org/officeDocument/2006/relationships/image" Target="../media/image6.png"/><Relationship Id="rId14" Type="http://schemas.openxmlformats.org/officeDocument/2006/relationships/image" Target="../media/image11.png"/><Relationship Id="rId22" Type="http://schemas.openxmlformats.org/officeDocument/2006/relationships/image" Target="../media/image19.png"/><Relationship Id="rId27" Type="http://schemas.openxmlformats.org/officeDocument/2006/relationships/image" Target="../media/image47.png"/><Relationship Id="rId30" Type="http://schemas.openxmlformats.org/officeDocument/2006/relationships/image" Target="../media/image5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13" Type="http://schemas.openxmlformats.org/officeDocument/2006/relationships/image" Target="../media/image10.png"/><Relationship Id="rId18" Type="http://schemas.openxmlformats.org/officeDocument/2006/relationships/image" Target="../media/image15.png"/><Relationship Id="rId26" Type="http://schemas.openxmlformats.org/officeDocument/2006/relationships/image" Target="../media/image26.png"/><Relationship Id="rId3" Type="http://schemas.openxmlformats.org/officeDocument/2006/relationships/image" Target="../media/image22.png"/><Relationship Id="rId21" Type="http://schemas.openxmlformats.org/officeDocument/2006/relationships/image" Target="../media/image18.png"/><Relationship Id="rId7" Type="http://schemas.openxmlformats.org/officeDocument/2006/relationships/image" Target="../media/image4.gif"/><Relationship Id="rId12" Type="http://schemas.openxmlformats.org/officeDocument/2006/relationships/image" Target="../media/image9.png"/><Relationship Id="rId17" Type="http://schemas.openxmlformats.org/officeDocument/2006/relationships/image" Target="../media/image14.png"/><Relationship Id="rId25" Type="http://schemas.openxmlformats.org/officeDocument/2006/relationships/image" Target="../media/image25.png"/><Relationship Id="rId2" Type="http://schemas.openxmlformats.org/officeDocument/2006/relationships/image" Target="../media/image21.png"/><Relationship Id="rId16" Type="http://schemas.openxmlformats.org/officeDocument/2006/relationships/image" Target="../media/image13.png"/><Relationship Id="rId20" Type="http://schemas.openxmlformats.org/officeDocument/2006/relationships/image" Target="../media/image17.png"/><Relationship Id="rId29" Type="http://schemas.openxmlformats.org/officeDocument/2006/relationships/hyperlink" Target="NBC%20InuyashaRescueTeam.mp4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8.png"/><Relationship Id="rId24" Type="http://schemas.openxmlformats.org/officeDocument/2006/relationships/image" Target="../media/image24.png"/><Relationship Id="rId5" Type="http://schemas.openxmlformats.org/officeDocument/2006/relationships/image" Target="../media/image23.png"/><Relationship Id="rId15" Type="http://schemas.openxmlformats.org/officeDocument/2006/relationships/image" Target="../media/image12.png"/><Relationship Id="rId23" Type="http://schemas.openxmlformats.org/officeDocument/2006/relationships/image" Target="../media/image20.png"/><Relationship Id="rId28" Type="http://schemas.openxmlformats.org/officeDocument/2006/relationships/image" Target="../media/image53.png"/><Relationship Id="rId10" Type="http://schemas.openxmlformats.org/officeDocument/2006/relationships/image" Target="../media/image7.png"/><Relationship Id="rId19" Type="http://schemas.openxmlformats.org/officeDocument/2006/relationships/image" Target="../media/image16.png"/><Relationship Id="rId4" Type="http://schemas.openxmlformats.org/officeDocument/2006/relationships/image" Target="../media/image2.png"/><Relationship Id="rId9" Type="http://schemas.openxmlformats.org/officeDocument/2006/relationships/image" Target="../media/image6.png"/><Relationship Id="rId14" Type="http://schemas.openxmlformats.org/officeDocument/2006/relationships/image" Target="../media/image11.png"/><Relationship Id="rId22" Type="http://schemas.openxmlformats.org/officeDocument/2006/relationships/image" Target="../media/image19.png"/><Relationship Id="rId27" Type="http://schemas.openxmlformats.org/officeDocument/2006/relationships/image" Target="../media/image52.png"/><Relationship Id="rId30" Type="http://schemas.openxmlformats.org/officeDocument/2006/relationships/image" Target="../media/image54.gi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13" Type="http://schemas.openxmlformats.org/officeDocument/2006/relationships/image" Target="../media/image10.png"/><Relationship Id="rId18" Type="http://schemas.openxmlformats.org/officeDocument/2006/relationships/image" Target="../media/image15.png"/><Relationship Id="rId26" Type="http://schemas.openxmlformats.org/officeDocument/2006/relationships/image" Target="../media/image26.png"/><Relationship Id="rId3" Type="http://schemas.openxmlformats.org/officeDocument/2006/relationships/image" Target="../media/image22.png"/><Relationship Id="rId21" Type="http://schemas.openxmlformats.org/officeDocument/2006/relationships/image" Target="../media/image18.png"/><Relationship Id="rId7" Type="http://schemas.openxmlformats.org/officeDocument/2006/relationships/image" Target="../media/image42.png"/><Relationship Id="rId12" Type="http://schemas.openxmlformats.org/officeDocument/2006/relationships/image" Target="../media/image9.png"/><Relationship Id="rId17" Type="http://schemas.openxmlformats.org/officeDocument/2006/relationships/image" Target="../media/image14.png"/><Relationship Id="rId25" Type="http://schemas.openxmlformats.org/officeDocument/2006/relationships/image" Target="../media/image25.png"/><Relationship Id="rId2" Type="http://schemas.openxmlformats.org/officeDocument/2006/relationships/image" Target="../media/image21.png"/><Relationship Id="rId16" Type="http://schemas.openxmlformats.org/officeDocument/2006/relationships/image" Target="../media/image13.png"/><Relationship Id="rId20" Type="http://schemas.openxmlformats.org/officeDocument/2006/relationships/image" Target="../media/image17.png"/><Relationship Id="rId29" Type="http://schemas.openxmlformats.org/officeDocument/2006/relationships/image" Target="../media/image5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8.png"/><Relationship Id="rId24" Type="http://schemas.openxmlformats.org/officeDocument/2006/relationships/image" Target="../media/image24.png"/><Relationship Id="rId5" Type="http://schemas.openxmlformats.org/officeDocument/2006/relationships/image" Target="../media/image23.png"/><Relationship Id="rId15" Type="http://schemas.openxmlformats.org/officeDocument/2006/relationships/image" Target="../media/image12.png"/><Relationship Id="rId23" Type="http://schemas.openxmlformats.org/officeDocument/2006/relationships/image" Target="../media/image20.png"/><Relationship Id="rId28" Type="http://schemas.openxmlformats.org/officeDocument/2006/relationships/image" Target="../media/image56.png"/><Relationship Id="rId10" Type="http://schemas.openxmlformats.org/officeDocument/2006/relationships/image" Target="../media/image7.png"/><Relationship Id="rId19" Type="http://schemas.openxmlformats.org/officeDocument/2006/relationships/image" Target="../media/image16.png"/><Relationship Id="rId4" Type="http://schemas.openxmlformats.org/officeDocument/2006/relationships/image" Target="../media/image2.png"/><Relationship Id="rId9" Type="http://schemas.openxmlformats.org/officeDocument/2006/relationships/image" Target="../media/image6.png"/><Relationship Id="rId14" Type="http://schemas.openxmlformats.org/officeDocument/2006/relationships/image" Target="../media/image11.png"/><Relationship Id="rId22" Type="http://schemas.openxmlformats.org/officeDocument/2006/relationships/image" Target="../media/image19.png"/><Relationship Id="rId27" Type="http://schemas.openxmlformats.org/officeDocument/2006/relationships/image" Target="../media/image55.gif"/><Relationship Id="rId30" Type="http://schemas.openxmlformats.org/officeDocument/2006/relationships/image" Target="../media/image5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13" Type="http://schemas.openxmlformats.org/officeDocument/2006/relationships/image" Target="../media/image10.png"/><Relationship Id="rId18" Type="http://schemas.openxmlformats.org/officeDocument/2006/relationships/image" Target="../media/image15.png"/><Relationship Id="rId26" Type="http://schemas.openxmlformats.org/officeDocument/2006/relationships/image" Target="../media/image26.png"/><Relationship Id="rId3" Type="http://schemas.openxmlformats.org/officeDocument/2006/relationships/image" Target="../media/image22.png"/><Relationship Id="rId21" Type="http://schemas.openxmlformats.org/officeDocument/2006/relationships/image" Target="../media/image18.png"/><Relationship Id="rId7" Type="http://schemas.openxmlformats.org/officeDocument/2006/relationships/image" Target="../media/image42.png"/><Relationship Id="rId12" Type="http://schemas.openxmlformats.org/officeDocument/2006/relationships/image" Target="../media/image9.png"/><Relationship Id="rId17" Type="http://schemas.openxmlformats.org/officeDocument/2006/relationships/image" Target="../media/image14.png"/><Relationship Id="rId25" Type="http://schemas.openxmlformats.org/officeDocument/2006/relationships/image" Target="../media/image25.png"/><Relationship Id="rId2" Type="http://schemas.openxmlformats.org/officeDocument/2006/relationships/image" Target="../media/image21.png"/><Relationship Id="rId16" Type="http://schemas.openxmlformats.org/officeDocument/2006/relationships/image" Target="../media/image13.png"/><Relationship Id="rId20" Type="http://schemas.openxmlformats.org/officeDocument/2006/relationships/image" Target="../media/image17.png"/><Relationship Id="rId29" Type="http://schemas.openxmlformats.org/officeDocument/2006/relationships/image" Target="../media/image5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8.png"/><Relationship Id="rId24" Type="http://schemas.openxmlformats.org/officeDocument/2006/relationships/image" Target="../media/image24.png"/><Relationship Id="rId5" Type="http://schemas.openxmlformats.org/officeDocument/2006/relationships/image" Target="../media/image23.png"/><Relationship Id="rId15" Type="http://schemas.openxmlformats.org/officeDocument/2006/relationships/image" Target="../media/image12.png"/><Relationship Id="rId23" Type="http://schemas.openxmlformats.org/officeDocument/2006/relationships/image" Target="../media/image20.png"/><Relationship Id="rId28" Type="http://schemas.openxmlformats.org/officeDocument/2006/relationships/image" Target="../media/image56.png"/><Relationship Id="rId10" Type="http://schemas.openxmlformats.org/officeDocument/2006/relationships/image" Target="../media/image7.png"/><Relationship Id="rId19" Type="http://schemas.openxmlformats.org/officeDocument/2006/relationships/image" Target="../media/image16.png"/><Relationship Id="rId31" Type="http://schemas.openxmlformats.org/officeDocument/2006/relationships/image" Target="../media/image59.png"/><Relationship Id="rId4" Type="http://schemas.openxmlformats.org/officeDocument/2006/relationships/image" Target="../media/image2.png"/><Relationship Id="rId9" Type="http://schemas.openxmlformats.org/officeDocument/2006/relationships/image" Target="../media/image6.png"/><Relationship Id="rId14" Type="http://schemas.openxmlformats.org/officeDocument/2006/relationships/image" Target="../media/image11.png"/><Relationship Id="rId22" Type="http://schemas.openxmlformats.org/officeDocument/2006/relationships/image" Target="../media/image19.png"/><Relationship Id="rId27" Type="http://schemas.openxmlformats.org/officeDocument/2006/relationships/image" Target="../media/image55.gif"/><Relationship Id="rId30" Type="http://schemas.openxmlformats.org/officeDocument/2006/relationships/image" Target="../media/image58.png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.png"/><Relationship Id="rId18" Type="http://schemas.openxmlformats.org/officeDocument/2006/relationships/image" Target="../media/image15.png"/><Relationship Id="rId26" Type="http://schemas.openxmlformats.org/officeDocument/2006/relationships/image" Target="../media/image26.png"/><Relationship Id="rId3" Type="http://schemas.openxmlformats.org/officeDocument/2006/relationships/image" Target="../media/image22.png"/><Relationship Id="rId21" Type="http://schemas.openxmlformats.org/officeDocument/2006/relationships/image" Target="../media/image18.png"/><Relationship Id="rId34" Type="http://schemas.openxmlformats.org/officeDocument/2006/relationships/image" Target="../media/image65.png"/><Relationship Id="rId7" Type="http://schemas.openxmlformats.org/officeDocument/2006/relationships/image" Target="../media/image42.png"/><Relationship Id="rId12" Type="http://schemas.openxmlformats.org/officeDocument/2006/relationships/image" Target="../media/image9.png"/><Relationship Id="rId17" Type="http://schemas.openxmlformats.org/officeDocument/2006/relationships/image" Target="../media/image14.png"/><Relationship Id="rId25" Type="http://schemas.openxmlformats.org/officeDocument/2006/relationships/image" Target="../media/image25.png"/><Relationship Id="rId33" Type="http://schemas.openxmlformats.org/officeDocument/2006/relationships/image" Target="../media/image64.png"/><Relationship Id="rId2" Type="http://schemas.openxmlformats.org/officeDocument/2006/relationships/image" Target="../media/image21.png"/><Relationship Id="rId16" Type="http://schemas.openxmlformats.org/officeDocument/2006/relationships/image" Target="../media/image13.png"/><Relationship Id="rId20" Type="http://schemas.openxmlformats.org/officeDocument/2006/relationships/image" Target="../media/image17.png"/><Relationship Id="rId29" Type="http://schemas.openxmlformats.org/officeDocument/2006/relationships/image" Target="../media/image6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8.png"/><Relationship Id="rId24" Type="http://schemas.openxmlformats.org/officeDocument/2006/relationships/image" Target="../media/image24.png"/><Relationship Id="rId32" Type="http://schemas.openxmlformats.org/officeDocument/2006/relationships/image" Target="../media/image63.png"/><Relationship Id="rId5" Type="http://schemas.openxmlformats.org/officeDocument/2006/relationships/image" Target="../media/image23.png"/><Relationship Id="rId15" Type="http://schemas.openxmlformats.org/officeDocument/2006/relationships/image" Target="../media/image12.png"/><Relationship Id="rId23" Type="http://schemas.openxmlformats.org/officeDocument/2006/relationships/image" Target="../media/image20.png"/><Relationship Id="rId28" Type="http://schemas.openxmlformats.org/officeDocument/2006/relationships/image" Target="../media/image55.gif"/><Relationship Id="rId10" Type="http://schemas.openxmlformats.org/officeDocument/2006/relationships/image" Target="../media/image7.png"/><Relationship Id="rId19" Type="http://schemas.openxmlformats.org/officeDocument/2006/relationships/image" Target="../media/image16.png"/><Relationship Id="rId31" Type="http://schemas.openxmlformats.org/officeDocument/2006/relationships/image" Target="../media/image62.png"/><Relationship Id="rId4" Type="http://schemas.openxmlformats.org/officeDocument/2006/relationships/image" Target="../media/image2.png"/><Relationship Id="rId9" Type="http://schemas.openxmlformats.org/officeDocument/2006/relationships/image" Target="../media/image6.png"/><Relationship Id="rId14" Type="http://schemas.openxmlformats.org/officeDocument/2006/relationships/image" Target="../media/image11.png"/><Relationship Id="rId22" Type="http://schemas.openxmlformats.org/officeDocument/2006/relationships/image" Target="../media/image19.png"/><Relationship Id="rId27" Type="http://schemas.openxmlformats.org/officeDocument/2006/relationships/image" Target="../media/image56.png"/><Relationship Id="rId30" Type="http://schemas.openxmlformats.org/officeDocument/2006/relationships/image" Target="../media/image61.png"/><Relationship Id="rId8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13" Type="http://schemas.openxmlformats.org/officeDocument/2006/relationships/image" Target="../media/image10.png"/><Relationship Id="rId18" Type="http://schemas.openxmlformats.org/officeDocument/2006/relationships/image" Target="../media/image15.png"/><Relationship Id="rId26" Type="http://schemas.openxmlformats.org/officeDocument/2006/relationships/image" Target="../media/image26.png"/><Relationship Id="rId3" Type="http://schemas.openxmlformats.org/officeDocument/2006/relationships/image" Target="../media/image22.png"/><Relationship Id="rId21" Type="http://schemas.openxmlformats.org/officeDocument/2006/relationships/image" Target="../media/image18.png"/><Relationship Id="rId7" Type="http://schemas.openxmlformats.org/officeDocument/2006/relationships/image" Target="../media/image42.png"/><Relationship Id="rId12" Type="http://schemas.openxmlformats.org/officeDocument/2006/relationships/image" Target="../media/image9.png"/><Relationship Id="rId17" Type="http://schemas.openxmlformats.org/officeDocument/2006/relationships/image" Target="../media/image14.png"/><Relationship Id="rId25" Type="http://schemas.openxmlformats.org/officeDocument/2006/relationships/image" Target="../media/image25.png"/><Relationship Id="rId2" Type="http://schemas.openxmlformats.org/officeDocument/2006/relationships/image" Target="../media/image21.png"/><Relationship Id="rId16" Type="http://schemas.openxmlformats.org/officeDocument/2006/relationships/image" Target="../media/image13.png"/><Relationship Id="rId20" Type="http://schemas.openxmlformats.org/officeDocument/2006/relationships/image" Target="../media/image17.png"/><Relationship Id="rId29" Type="http://schemas.openxmlformats.org/officeDocument/2006/relationships/image" Target="../media/image6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8.png"/><Relationship Id="rId24" Type="http://schemas.openxmlformats.org/officeDocument/2006/relationships/image" Target="../media/image24.png"/><Relationship Id="rId32" Type="http://schemas.openxmlformats.org/officeDocument/2006/relationships/image" Target="../media/image67.png"/><Relationship Id="rId5" Type="http://schemas.openxmlformats.org/officeDocument/2006/relationships/image" Target="../media/image23.png"/><Relationship Id="rId15" Type="http://schemas.openxmlformats.org/officeDocument/2006/relationships/image" Target="../media/image12.png"/><Relationship Id="rId23" Type="http://schemas.openxmlformats.org/officeDocument/2006/relationships/image" Target="../media/image20.png"/><Relationship Id="rId28" Type="http://schemas.openxmlformats.org/officeDocument/2006/relationships/image" Target="../media/image55.gif"/><Relationship Id="rId10" Type="http://schemas.openxmlformats.org/officeDocument/2006/relationships/image" Target="../media/image7.png"/><Relationship Id="rId19" Type="http://schemas.openxmlformats.org/officeDocument/2006/relationships/image" Target="../media/image16.png"/><Relationship Id="rId31" Type="http://schemas.openxmlformats.org/officeDocument/2006/relationships/image" Target="../media/image66.png"/><Relationship Id="rId4" Type="http://schemas.openxmlformats.org/officeDocument/2006/relationships/image" Target="../media/image2.png"/><Relationship Id="rId9" Type="http://schemas.openxmlformats.org/officeDocument/2006/relationships/image" Target="../media/image6.png"/><Relationship Id="rId14" Type="http://schemas.openxmlformats.org/officeDocument/2006/relationships/image" Target="../media/image11.png"/><Relationship Id="rId22" Type="http://schemas.openxmlformats.org/officeDocument/2006/relationships/image" Target="../media/image19.png"/><Relationship Id="rId27" Type="http://schemas.openxmlformats.org/officeDocument/2006/relationships/image" Target="../media/image56.png"/><Relationship Id="rId30" Type="http://schemas.openxmlformats.org/officeDocument/2006/relationships/image" Target="../media/image6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13" Type="http://schemas.openxmlformats.org/officeDocument/2006/relationships/image" Target="../media/image10.png"/><Relationship Id="rId18" Type="http://schemas.openxmlformats.org/officeDocument/2006/relationships/image" Target="../media/image15.png"/><Relationship Id="rId26" Type="http://schemas.openxmlformats.org/officeDocument/2006/relationships/image" Target="../media/image26.png"/><Relationship Id="rId3" Type="http://schemas.openxmlformats.org/officeDocument/2006/relationships/image" Target="../media/image22.png"/><Relationship Id="rId21" Type="http://schemas.openxmlformats.org/officeDocument/2006/relationships/image" Target="../media/image18.png"/><Relationship Id="rId7" Type="http://schemas.openxmlformats.org/officeDocument/2006/relationships/image" Target="../media/image42.png"/><Relationship Id="rId12" Type="http://schemas.openxmlformats.org/officeDocument/2006/relationships/image" Target="../media/image9.png"/><Relationship Id="rId17" Type="http://schemas.openxmlformats.org/officeDocument/2006/relationships/image" Target="../media/image14.png"/><Relationship Id="rId25" Type="http://schemas.openxmlformats.org/officeDocument/2006/relationships/image" Target="../media/image25.png"/><Relationship Id="rId2" Type="http://schemas.openxmlformats.org/officeDocument/2006/relationships/image" Target="../media/image21.png"/><Relationship Id="rId16" Type="http://schemas.openxmlformats.org/officeDocument/2006/relationships/image" Target="../media/image13.png"/><Relationship Id="rId20" Type="http://schemas.openxmlformats.org/officeDocument/2006/relationships/image" Target="../media/image17.png"/><Relationship Id="rId29" Type="http://schemas.openxmlformats.org/officeDocument/2006/relationships/image" Target="../media/image5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8.png"/><Relationship Id="rId24" Type="http://schemas.openxmlformats.org/officeDocument/2006/relationships/image" Target="../media/image24.png"/><Relationship Id="rId5" Type="http://schemas.openxmlformats.org/officeDocument/2006/relationships/image" Target="../media/image23.png"/><Relationship Id="rId15" Type="http://schemas.openxmlformats.org/officeDocument/2006/relationships/image" Target="../media/image12.png"/><Relationship Id="rId23" Type="http://schemas.openxmlformats.org/officeDocument/2006/relationships/image" Target="../media/image20.png"/><Relationship Id="rId28" Type="http://schemas.openxmlformats.org/officeDocument/2006/relationships/image" Target="../media/image56.png"/><Relationship Id="rId10" Type="http://schemas.openxmlformats.org/officeDocument/2006/relationships/image" Target="../media/image7.png"/><Relationship Id="rId19" Type="http://schemas.openxmlformats.org/officeDocument/2006/relationships/image" Target="../media/image16.png"/><Relationship Id="rId4" Type="http://schemas.openxmlformats.org/officeDocument/2006/relationships/image" Target="../media/image2.png"/><Relationship Id="rId9" Type="http://schemas.openxmlformats.org/officeDocument/2006/relationships/image" Target="../media/image6.png"/><Relationship Id="rId14" Type="http://schemas.openxmlformats.org/officeDocument/2006/relationships/image" Target="../media/image11.png"/><Relationship Id="rId22" Type="http://schemas.openxmlformats.org/officeDocument/2006/relationships/image" Target="../media/image19.png"/><Relationship Id="rId27" Type="http://schemas.openxmlformats.org/officeDocument/2006/relationships/image" Target="../media/image55.gif"/><Relationship Id="rId30" Type="http://schemas.openxmlformats.org/officeDocument/2006/relationships/image" Target="../media/image68.png"/></Relationships>
</file>

<file path=ppt/slides/_rels/slide1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.png"/><Relationship Id="rId18" Type="http://schemas.openxmlformats.org/officeDocument/2006/relationships/image" Target="../media/image15.png"/><Relationship Id="rId26" Type="http://schemas.openxmlformats.org/officeDocument/2006/relationships/image" Target="../media/image26.png"/><Relationship Id="rId3" Type="http://schemas.openxmlformats.org/officeDocument/2006/relationships/image" Target="../media/image22.png"/><Relationship Id="rId21" Type="http://schemas.openxmlformats.org/officeDocument/2006/relationships/image" Target="../media/image18.png"/><Relationship Id="rId34" Type="http://schemas.openxmlformats.org/officeDocument/2006/relationships/image" Target="../media/image72.png"/><Relationship Id="rId7" Type="http://schemas.openxmlformats.org/officeDocument/2006/relationships/image" Target="../media/image42.png"/><Relationship Id="rId12" Type="http://schemas.openxmlformats.org/officeDocument/2006/relationships/image" Target="../media/image9.png"/><Relationship Id="rId17" Type="http://schemas.openxmlformats.org/officeDocument/2006/relationships/image" Target="../media/image14.png"/><Relationship Id="rId25" Type="http://schemas.openxmlformats.org/officeDocument/2006/relationships/image" Target="../media/image25.png"/><Relationship Id="rId33" Type="http://schemas.openxmlformats.org/officeDocument/2006/relationships/image" Target="../media/image71.png"/><Relationship Id="rId2" Type="http://schemas.openxmlformats.org/officeDocument/2006/relationships/image" Target="../media/image21.png"/><Relationship Id="rId16" Type="http://schemas.openxmlformats.org/officeDocument/2006/relationships/image" Target="../media/image13.png"/><Relationship Id="rId20" Type="http://schemas.openxmlformats.org/officeDocument/2006/relationships/image" Target="../media/image17.png"/><Relationship Id="rId29" Type="http://schemas.openxmlformats.org/officeDocument/2006/relationships/image" Target="../media/image6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8.png"/><Relationship Id="rId24" Type="http://schemas.openxmlformats.org/officeDocument/2006/relationships/image" Target="../media/image24.png"/><Relationship Id="rId32" Type="http://schemas.openxmlformats.org/officeDocument/2006/relationships/image" Target="../media/image70.png"/><Relationship Id="rId5" Type="http://schemas.openxmlformats.org/officeDocument/2006/relationships/image" Target="../media/image23.png"/><Relationship Id="rId15" Type="http://schemas.openxmlformats.org/officeDocument/2006/relationships/image" Target="../media/image12.png"/><Relationship Id="rId23" Type="http://schemas.openxmlformats.org/officeDocument/2006/relationships/image" Target="../media/image20.png"/><Relationship Id="rId28" Type="http://schemas.openxmlformats.org/officeDocument/2006/relationships/image" Target="../media/image55.gif"/><Relationship Id="rId36" Type="http://schemas.openxmlformats.org/officeDocument/2006/relationships/image" Target="../media/image74.png"/><Relationship Id="rId10" Type="http://schemas.openxmlformats.org/officeDocument/2006/relationships/image" Target="../media/image7.png"/><Relationship Id="rId19" Type="http://schemas.openxmlformats.org/officeDocument/2006/relationships/image" Target="../media/image16.png"/><Relationship Id="rId31" Type="http://schemas.openxmlformats.org/officeDocument/2006/relationships/image" Target="../media/image69.png"/><Relationship Id="rId4" Type="http://schemas.openxmlformats.org/officeDocument/2006/relationships/image" Target="../media/image2.png"/><Relationship Id="rId9" Type="http://schemas.openxmlformats.org/officeDocument/2006/relationships/image" Target="../media/image6.png"/><Relationship Id="rId14" Type="http://schemas.openxmlformats.org/officeDocument/2006/relationships/image" Target="../media/image11.png"/><Relationship Id="rId22" Type="http://schemas.openxmlformats.org/officeDocument/2006/relationships/image" Target="../media/image19.png"/><Relationship Id="rId27" Type="http://schemas.openxmlformats.org/officeDocument/2006/relationships/image" Target="../media/image56.png"/><Relationship Id="rId30" Type="http://schemas.openxmlformats.org/officeDocument/2006/relationships/image" Target="../media/image61.png"/><Relationship Id="rId35" Type="http://schemas.openxmlformats.org/officeDocument/2006/relationships/image" Target="../media/image73.png"/><Relationship Id="rId8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13" Type="http://schemas.openxmlformats.org/officeDocument/2006/relationships/image" Target="../media/image10.png"/><Relationship Id="rId18" Type="http://schemas.openxmlformats.org/officeDocument/2006/relationships/image" Target="../media/image15.png"/><Relationship Id="rId26" Type="http://schemas.openxmlformats.org/officeDocument/2006/relationships/image" Target="../media/image26.png"/><Relationship Id="rId3" Type="http://schemas.openxmlformats.org/officeDocument/2006/relationships/image" Target="../media/image22.png"/><Relationship Id="rId21" Type="http://schemas.openxmlformats.org/officeDocument/2006/relationships/image" Target="../media/image18.png"/><Relationship Id="rId7" Type="http://schemas.openxmlformats.org/officeDocument/2006/relationships/image" Target="../media/image42.png"/><Relationship Id="rId12" Type="http://schemas.openxmlformats.org/officeDocument/2006/relationships/image" Target="../media/image9.png"/><Relationship Id="rId17" Type="http://schemas.openxmlformats.org/officeDocument/2006/relationships/image" Target="../media/image14.png"/><Relationship Id="rId25" Type="http://schemas.openxmlformats.org/officeDocument/2006/relationships/image" Target="../media/image25.png"/><Relationship Id="rId2" Type="http://schemas.openxmlformats.org/officeDocument/2006/relationships/image" Target="../media/image21.png"/><Relationship Id="rId16" Type="http://schemas.openxmlformats.org/officeDocument/2006/relationships/image" Target="../media/image13.png"/><Relationship Id="rId20" Type="http://schemas.openxmlformats.org/officeDocument/2006/relationships/image" Target="../media/image17.png"/><Relationship Id="rId29" Type="http://schemas.openxmlformats.org/officeDocument/2006/relationships/image" Target="../media/image7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8.png"/><Relationship Id="rId24" Type="http://schemas.openxmlformats.org/officeDocument/2006/relationships/image" Target="../media/image24.png"/><Relationship Id="rId5" Type="http://schemas.openxmlformats.org/officeDocument/2006/relationships/image" Target="../media/image23.png"/><Relationship Id="rId15" Type="http://schemas.openxmlformats.org/officeDocument/2006/relationships/image" Target="../media/image12.png"/><Relationship Id="rId23" Type="http://schemas.openxmlformats.org/officeDocument/2006/relationships/image" Target="../media/image20.png"/><Relationship Id="rId28" Type="http://schemas.openxmlformats.org/officeDocument/2006/relationships/image" Target="../media/image75.png"/><Relationship Id="rId10" Type="http://schemas.openxmlformats.org/officeDocument/2006/relationships/image" Target="../media/image7.png"/><Relationship Id="rId19" Type="http://schemas.openxmlformats.org/officeDocument/2006/relationships/image" Target="../media/image16.png"/><Relationship Id="rId31" Type="http://schemas.openxmlformats.org/officeDocument/2006/relationships/image" Target="../media/image78.gif"/><Relationship Id="rId4" Type="http://schemas.openxmlformats.org/officeDocument/2006/relationships/image" Target="../media/image2.png"/><Relationship Id="rId9" Type="http://schemas.openxmlformats.org/officeDocument/2006/relationships/image" Target="../media/image6.png"/><Relationship Id="rId14" Type="http://schemas.openxmlformats.org/officeDocument/2006/relationships/image" Target="../media/image11.png"/><Relationship Id="rId22" Type="http://schemas.openxmlformats.org/officeDocument/2006/relationships/image" Target="../media/image19.png"/><Relationship Id="rId27" Type="http://schemas.openxmlformats.org/officeDocument/2006/relationships/image" Target="../media/image56.png"/><Relationship Id="rId30" Type="http://schemas.openxmlformats.org/officeDocument/2006/relationships/image" Target="../media/image7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030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1600" y="952500"/>
            <a:ext cx="18491200" cy="5715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-2641600" y="6070600"/>
            <a:ext cx="9093200" cy="12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7378700"/>
            <a:ext cx="14097000" cy="762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>
            <a:off x="13093700" y="5969000"/>
            <a:ext cx="1130300" cy="1143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03400" y="3594100"/>
            <a:ext cx="215900" cy="2159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>
            <a:alphaModFix amt="38000"/>
          </a:blip>
          <a:stretch>
            <a:fillRect/>
          </a:stretch>
        </p:blipFill>
        <p:spPr>
          <a:xfrm>
            <a:off x="2921000" y="1143000"/>
            <a:ext cx="177800" cy="177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>
            <a:alphaModFix amt="38000"/>
          </a:blip>
          <a:stretch>
            <a:fillRect/>
          </a:stretch>
        </p:blipFill>
        <p:spPr>
          <a:xfrm>
            <a:off x="3632200" y="1130300"/>
            <a:ext cx="215900" cy="2159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>
            <a:alphaModFix amt="38000"/>
          </a:blip>
          <a:stretch>
            <a:fillRect/>
          </a:stretch>
        </p:blipFill>
        <p:spPr>
          <a:xfrm>
            <a:off x="5880100" y="1143000"/>
            <a:ext cx="228600" cy="1905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>
            <a:alphaModFix amt="38000"/>
          </a:blip>
          <a:stretch>
            <a:fillRect/>
          </a:stretch>
        </p:blipFill>
        <p:spPr>
          <a:xfrm>
            <a:off x="6629400" y="1143000"/>
            <a:ext cx="190500" cy="1905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>
            <a:alphaModFix amt="38000"/>
          </a:blip>
          <a:stretch>
            <a:fillRect/>
          </a:stretch>
        </p:blipFill>
        <p:spPr>
          <a:xfrm>
            <a:off x="7340600" y="1143000"/>
            <a:ext cx="254000" cy="1778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>
            <a:alphaModFix amt="38000"/>
          </a:blip>
          <a:stretch>
            <a:fillRect/>
          </a:stretch>
        </p:blipFill>
        <p:spPr>
          <a:xfrm>
            <a:off x="8115300" y="1143000"/>
            <a:ext cx="177800" cy="1778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3">
            <a:alphaModFix amt="38000"/>
          </a:blip>
          <a:stretch>
            <a:fillRect/>
          </a:stretch>
        </p:blipFill>
        <p:spPr>
          <a:xfrm>
            <a:off x="2222500" y="1143000"/>
            <a:ext cx="177800" cy="1905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4">
            <a:alphaModFix amt="38000"/>
          </a:blip>
          <a:stretch>
            <a:fillRect/>
          </a:stretch>
        </p:blipFill>
        <p:spPr>
          <a:xfrm>
            <a:off x="8826500" y="1130300"/>
            <a:ext cx="215900" cy="2159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5">
            <a:alphaModFix amt="38000"/>
          </a:blip>
          <a:stretch>
            <a:fillRect/>
          </a:stretch>
        </p:blipFill>
        <p:spPr>
          <a:xfrm>
            <a:off x="9550400" y="1143000"/>
            <a:ext cx="190500" cy="1905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6">
            <a:alphaModFix amt="38000"/>
          </a:blip>
          <a:stretch>
            <a:fillRect/>
          </a:stretch>
        </p:blipFill>
        <p:spPr>
          <a:xfrm>
            <a:off x="11734800" y="1143000"/>
            <a:ext cx="190500" cy="1905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7">
            <a:alphaModFix amt="38000"/>
          </a:blip>
          <a:stretch>
            <a:fillRect/>
          </a:stretch>
        </p:blipFill>
        <p:spPr>
          <a:xfrm>
            <a:off x="10985500" y="1117600"/>
            <a:ext cx="228600" cy="2286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8">
            <a:alphaModFix amt="38000"/>
          </a:blip>
          <a:stretch>
            <a:fillRect/>
          </a:stretch>
        </p:blipFill>
        <p:spPr>
          <a:xfrm>
            <a:off x="10261600" y="1143000"/>
            <a:ext cx="190500" cy="1905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9">
            <a:alphaModFix amt="38000"/>
          </a:blip>
          <a:stretch>
            <a:fillRect/>
          </a:stretch>
        </p:blipFill>
        <p:spPr>
          <a:xfrm>
            <a:off x="4356100" y="1104900"/>
            <a:ext cx="266700" cy="2667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20">
            <a:alphaModFix amt="38000"/>
          </a:blip>
          <a:stretch>
            <a:fillRect/>
          </a:stretch>
        </p:blipFill>
        <p:spPr>
          <a:xfrm>
            <a:off x="5143500" y="1130300"/>
            <a:ext cx="215900" cy="2159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21">
            <a:alphaModFix amt="38000"/>
          </a:blip>
          <a:stretch>
            <a:fillRect/>
          </a:stretch>
        </p:blipFill>
        <p:spPr>
          <a:xfrm>
            <a:off x="12446000" y="1143000"/>
            <a:ext cx="190500" cy="1778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7678400" y="393700"/>
            <a:ext cx="190500" cy="1905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7094200" y="393700"/>
            <a:ext cx="215900" cy="2159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7386300" y="393700"/>
            <a:ext cx="215900" cy="2159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76300" y="1181100"/>
            <a:ext cx="127000" cy="127000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079500" y="1181100"/>
            <a:ext cx="127000" cy="127000"/>
          </a:xfrm>
          <a:prstGeom prst="rect">
            <a:avLst/>
          </a:prstGeom>
        </p:spPr>
      </p:pic>
      <p:pic>
        <p:nvPicPr>
          <p:cNvPr id="27" name="Picture 27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295400" y="1181100"/>
            <a:ext cx="127000" cy="127000"/>
          </a:xfrm>
          <a:prstGeom prst="rect">
            <a:avLst/>
          </a:prstGeom>
        </p:spPr>
      </p:pic>
      <p:sp>
        <p:nvSpPr>
          <p:cNvPr id="28" name="TextBox 28"/>
          <p:cNvSpPr txBox="1"/>
          <p:nvPr/>
        </p:nvSpPr>
        <p:spPr>
          <a:xfrm>
            <a:off x="3086100" y="7861300"/>
            <a:ext cx="74295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07070"/>
              </a:lnSpc>
            </a:pPr>
            <a:r>
              <a:rPr lang="en-US" sz="1000" b="0" i="0" u="none" strike="noStrike">
                <a:solidFill>
                  <a:srgbClr val="FFFFFF">
                    <a:alpha val="21961"/>
                  </a:srgbClr>
                </a:solidFill>
                <a:latin typeface="DungGeunMo"/>
              </a:rPr>
              <a:t>Praesent a lobortis libero, a interdum tellus. Morbi velit ipsum, interdum id porttitor non, semper id sem. Donec et vehicula elit. Integer a luctus urna, sit amet convallis mauris. Nullam bibendum arcu sagittis </a:t>
            </a:r>
          </a:p>
          <a:p>
            <a:pPr lvl="0" algn="l">
              <a:lnSpc>
                <a:spcPct val="107070"/>
              </a:lnSpc>
            </a:pPr>
            <a:r>
              <a:rPr lang="en-US" sz="1000" b="0" i="0" u="none" strike="noStrike">
                <a:solidFill>
                  <a:srgbClr val="FFFFFF">
                    <a:alpha val="21961"/>
                  </a:srgbClr>
                </a:solidFill>
                <a:latin typeface="DungGeunMo"/>
              </a:rPr>
              <a:t>eget vestibulum dolor venenatis. Nam luctus libero vitae imperdiet sodales. Curabitu rauctor erat.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63600" y="368300"/>
            <a:ext cx="4394200" cy="304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07070"/>
              </a:lnSpc>
            </a:pPr>
            <a:r>
              <a:rPr lang="en-US" sz="1700" b="0" i="0" u="none" strike="noStrike">
                <a:solidFill>
                  <a:srgbClr val="FFFFFF"/>
                </a:solidFill>
                <a:latin typeface="DungGeunMo"/>
              </a:rPr>
              <a:t>SPARTA </a:t>
            </a:r>
            <a:r>
              <a:rPr lang="ko-KR" sz="1700" b="0" i="0" u="none" strike="noStrike">
                <a:solidFill>
                  <a:srgbClr val="FFFFFF"/>
                </a:solidFill>
                <a:ea typeface="DungGeunMo"/>
              </a:rPr>
              <a:t>내일배움캠프</a:t>
            </a:r>
            <a:r>
              <a:rPr lang="en-US" sz="1700" b="0" i="0" u="none" strike="noStrike">
                <a:solidFill>
                  <a:srgbClr val="FFFFFF"/>
                </a:solidFill>
                <a:latin typeface="DungGeunMo"/>
              </a:rPr>
              <a:t> Unreal 5,6</a:t>
            </a:r>
            <a:r>
              <a:rPr lang="ko-KR" sz="1700" b="0" i="0" u="none" strike="noStrike">
                <a:solidFill>
                  <a:srgbClr val="FFFFFF"/>
                </a:solidFill>
                <a:ea typeface="DungGeunMo"/>
              </a:rPr>
              <a:t>기</a:t>
            </a:r>
            <a:r>
              <a:rPr lang="en-US" sz="1700" b="0" i="0" u="none" strike="noStrike">
                <a:solidFill>
                  <a:srgbClr val="FFFFFF"/>
                </a:solidFill>
                <a:latin typeface="DungGeunMo"/>
              </a:rPr>
              <a:t> - CH2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50900" y="1968500"/>
            <a:ext cx="762000" cy="7683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201690"/>
              </a:lnSpc>
            </a:pPr>
            <a:r>
              <a:rPr lang="en-US" sz="1700" b="0" i="0" u="none" strike="noStrike">
                <a:solidFill>
                  <a:srgbClr val="FFFFFF"/>
                </a:solidFill>
                <a:latin typeface="DungGeunMo"/>
              </a:rPr>
              <a:t>001</a:t>
            </a:r>
          </a:p>
          <a:p>
            <a:pPr lvl="0" algn="l">
              <a:lnSpc>
                <a:spcPct val="201690"/>
              </a:lnSpc>
            </a:pPr>
            <a:r>
              <a:rPr lang="en-US" sz="1700" b="0" i="0" u="none" strike="noStrike">
                <a:solidFill>
                  <a:srgbClr val="FFFFFF"/>
                </a:solidFill>
                <a:latin typeface="DungGeunMo"/>
              </a:rPr>
              <a:t>002</a:t>
            </a:r>
          </a:p>
          <a:p>
            <a:pPr lvl="0" algn="l">
              <a:lnSpc>
                <a:spcPct val="201690"/>
              </a:lnSpc>
            </a:pPr>
            <a:r>
              <a:rPr lang="en-US" sz="1700" b="0" i="0" u="none" strike="noStrike">
                <a:solidFill>
                  <a:srgbClr val="FFFFFF"/>
                </a:solidFill>
                <a:latin typeface="DungGeunMo"/>
              </a:rPr>
              <a:t>003</a:t>
            </a:r>
          </a:p>
          <a:p>
            <a:pPr lvl="0" algn="l">
              <a:lnSpc>
                <a:spcPct val="201690"/>
              </a:lnSpc>
            </a:pPr>
            <a:r>
              <a:rPr lang="en-US" sz="1700" b="0" i="0" u="none" strike="noStrike">
                <a:solidFill>
                  <a:srgbClr val="FFFFFF"/>
                </a:solidFill>
                <a:latin typeface="DungGeunMo"/>
              </a:rPr>
              <a:t>004</a:t>
            </a:r>
          </a:p>
          <a:p>
            <a:pPr lvl="0" algn="l">
              <a:lnSpc>
                <a:spcPct val="201690"/>
              </a:lnSpc>
            </a:pPr>
            <a:r>
              <a:rPr lang="en-US" sz="1700" b="0" i="0" u="none" strike="noStrike">
                <a:solidFill>
                  <a:srgbClr val="FFFFFF"/>
                </a:solidFill>
                <a:latin typeface="DungGeunMo"/>
              </a:rPr>
              <a:t>005</a:t>
            </a:r>
          </a:p>
          <a:p>
            <a:pPr lvl="0" algn="l">
              <a:lnSpc>
                <a:spcPct val="201690"/>
              </a:lnSpc>
            </a:pPr>
            <a:r>
              <a:rPr lang="en-US" sz="1700" b="0" i="0" u="none" strike="noStrike">
                <a:solidFill>
                  <a:srgbClr val="FFFFFF"/>
                </a:solidFill>
                <a:latin typeface="DungGeunMo"/>
              </a:rPr>
              <a:t>006</a:t>
            </a:r>
          </a:p>
          <a:p>
            <a:pPr lvl="0" algn="l">
              <a:lnSpc>
                <a:spcPct val="201690"/>
              </a:lnSpc>
            </a:pPr>
            <a:r>
              <a:rPr lang="en-US" sz="1700" b="0" i="0" u="none" strike="noStrike">
                <a:solidFill>
                  <a:srgbClr val="FFFFFF"/>
                </a:solidFill>
                <a:latin typeface="DungGeunMo"/>
              </a:rPr>
              <a:t>007</a:t>
            </a:r>
          </a:p>
          <a:p>
            <a:pPr lvl="0" algn="l">
              <a:lnSpc>
                <a:spcPct val="201690"/>
              </a:lnSpc>
            </a:pPr>
            <a:r>
              <a:rPr lang="en-US" sz="1700" b="0" i="0" u="none" strike="noStrike">
                <a:solidFill>
                  <a:srgbClr val="FFFFFF"/>
                </a:solidFill>
                <a:latin typeface="DungGeunMo"/>
              </a:rPr>
              <a:t>008</a:t>
            </a:r>
          </a:p>
          <a:p>
            <a:pPr lvl="0" algn="l">
              <a:lnSpc>
                <a:spcPct val="201690"/>
              </a:lnSpc>
            </a:pPr>
            <a:r>
              <a:rPr lang="en-US" sz="1700" b="0" i="0" u="none" strike="noStrike">
                <a:solidFill>
                  <a:srgbClr val="FFFFFF"/>
                </a:solidFill>
                <a:latin typeface="DungGeunMo"/>
              </a:rPr>
              <a:t>009</a:t>
            </a:r>
          </a:p>
          <a:p>
            <a:pPr lvl="0" algn="l">
              <a:lnSpc>
                <a:spcPct val="201690"/>
              </a:lnSpc>
            </a:pPr>
            <a:r>
              <a:rPr lang="en-US" sz="1700" b="0" i="0" u="none" strike="noStrike">
                <a:solidFill>
                  <a:srgbClr val="FFFFFF"/>
                </a:solidFill>
                <a:latin typeface="DungGeunMo"/>
              </a:rPr>
              <a:t>010</a:t>
            </a:r>
          </a:p>
          <a:p>
            <a:pPr lvl="0" algn="l">
              <a:lnSpc>
                <a:spcPct val="201690"/>
              </a:lnSpc>
            </a:pPr>
            <a:r>
              <a:rPr lang="en-US" sz="1700" b="0" i="0" u="none" strike="noStrike">
                <a:solidFill>
                  <a:srgbClr val="FFFFFF"/>
                </a:solidFill>
                <a:latin typeface="DungGeunMo"/>
              </a:rPr>
              <a:t>011</a:t>
            </a:r>
          </a:p>
          <a:p>
            <a:pPr lvl="0" algn="l">
              <a:lnSpc>
                <a:spcPct val="201690"/>
              </a:lnSpc>
            </a:pPr>
            <a:r>
              <a:rPr lang="en-US" sz="1700" b="0" i="0" u="none" strike="noStrike">
                <a:solidFill>
                  <a:srgbClr val="FFFFFF"/>
                </a:solidFill>
                <a:latin typeface="DungGeunMo"/>
              </a:rPr>
              <a:t>012</a:t>
            </a:r>
          </a:p>
          <a:p>
            <a:pPr lvl="0" algn="l">
              <a:lnSpc>
                <a:spcPct val="201690"/>
              </a:lnSpc>
            </a:pPr>
            <a:r>
              <a:rPr lang="en-US" sz="1700" b="0" i="0" u="none" strike="noStrike">
                <a:solidFill>
                  <a:srgbClr val="FFFFFF"/>
                </a:solidFill>
                <a:latin typeface="DungGeunMo"/>
              </a:rPr>
              <a:t>013</a:t>
            </a:r>
          </a:p>
          <a:p>
            <a:pPr lvl="0" algn="l">
              <a:lnSpc>
                <a:spcPct val="201690"/>
              </a:lnSpc>
            </a:pPr>
            <a:r>
              <a:rPr lang="en-US" sz="1700" b="0" i="0" u="none" strike="noStrike">
                <a:solidFill>
                  <a:srgbClr val="FFFFFF"/>
                </a:solidFill>
                <a:latin typeface="DungGeunMo"/>
              </a:rPr>
              <a:t>014</a:t>
            </a:r>
          </a:p>
          <a:p>
            <a:pPr lvl="0" algn="l">
              <a:lnSpc>
                <a:spcPct val="201690"/>
              </a:lnSpc>
            </a:pPr>
            <a:r>
              <a:rPr lang="en-US" sz="1700" b="0" i="0" u="none" strike="noStrike">
                <a:solidFill>
                  <a:srgbClr val="FFFFFF"/>
                </a:solidFill>
                <a:latin typeface="DungGeunMo"/>
              </a:rPr>
              <a:t>015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2959100" y="3162300"/>
            <a:ext cx="13423900" cy="2628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79679"/>
              </a:lnSpc>
            </a:pPr>
            <a:r>
              <a:rPr lang="ko-KR" sz="10800" b="0" i="0" u="none" strike="noStrike">
                <a:solidFill>
                  <a:srgbClr val="FFFFFF"/>
                </a:solidFill>
                <a:ea typeface="DungGeunMo"/>
              </a:rPr>
              <a:t>텍스트</a:t>
            </a:r>
            <a:r>
              <a:rPr lang="ko-KR" sz="10800" b="0" i="0" u="none" strike="noStrike">
                <a:solidFill>
                  <a:srgbClr val="F7FBF7"/>
                </a:solidFill>
                <a:ea typeface="DungGeunMo"/>
              </a:rPr>
              <a:t>기반</a:t>
            </a:r>
            <a:r>
              <a:rPr lang="en-US" sz="10800" b="0" i="0" u="none" strike="noStrike">
                <a:solidFill>
                  <a:srgbClr val="F7FBF7"/>
                </a:solidFill>
                <a:latin typeface="DungGeunMo"/>
              </a:rPr>
              <a:t> </a:t>
            </a:r>
            <a:r>
              <a:rPr lang="en-US" sz="10800" b="0" i="0" u="none" strike="noStrike">
                <a:solidFill>
                  <a:srgbClr val="18A8F1"/>
                </a:solidFill>
                <a:latin typeface="DungGeunMo"/>
              </a:rPr>
              <a:t>RPG</a:t>
            </a:r>
          </a:p>
          <a:p>
            <a:pPr lvl="0" algn="l">
              <a:lnSpc>
                <a:spcPct val="79679"/>
              </a:lnSpc>
            </a:pPr>
            <a:r>
              <a:rPr lang="ko-KR" sz="10800" b="0" i="0" u="none" strike="noStrike" spc="-1200">
                <a:solidFill>
                  <a:srgbClr val="3AB429"/>
                </a:solidFill>
                <a:ea typeface="DungGeunMo"/>
              </a:rPr>
              <a:t>게임</a:t>
            </a:r>
            <a:r>
              <a:rPr lang="en-US" sz="10800" b="0" i="0" u="none" strike="noStrike" spc="-1200">
                <a:solidFill>
                  <a:srgbClr val="3AB429"/>
                </a:solidFill>
                <a:latin typeface="DungGeunMo"/>
              </a:rPr>
              <a:t> </a:t>
            </a:r>
            <a:r>
              <a:rPr lang="ko-KR" sz="10800" b="0" i="0" u="none" strike="noStrike" spc="-1200">
                <a:solidFill>
                  <a:srgbClr val="3AB429"/>
                </a:solidFill>
                <a:ea typeface="DungGeunMo"/>
              </a:rPr>
              <a:t>제작</a:t>
            </a:r>
            <a:r>
              <a:rPr lang="en-US" sz="10800" b="0" i="0" u="none" strike="noStrike" spc="-1200">
                <a:solidFill>
                  <a:srgbClr val="3AB429"/>
                </a:solidFill>
                <a:latin typeface="DungGeunMo"/>
              </a:rPr>
              <a:t> </a:t>
            </a:r>
            <a:r>
              <a:rPr lang="ko-KR" sz="10800" b="0" i="0" u="none" strike="noStrike" spc="-1200">
                <a:solidFill>
                  <a:srgbClr val="3AB429"/>
                </a:solidFill>
                <a:ea typeface="DungGeunMo"/>
              </a:rPr>
              <a:t>프로젝트</a:t>
            </a:r>
            <a:r>
              <a:rPr lang="en-US" sz="10800" b="0" i="0" u="none" strike="noStrike" spc="-1200">
                <a:solidFill>
                  <a:srgbClr val="FFFFFF"/>
                </a:solidFill>
                <a:latin typeface="DungGeunMo"/>
              </a:rPr>
              <a:t> 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3073400" y="6642100"/>
            <a:ext cx="6972300" cy="368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07070"/>
              </a:lnSpc>
            </a:pPr>
            <a:r>
              <a:rPr lang="en-US" sz="2100" b="0" i="0" u="none" strike="noStrike" spc="100">
                <a:solidFill>
                  <a:srgbClr val="FFFFFF">
                    <a:alpha val="41961"/>
                  </a:srgbClr>
                </a:solidFill>
                <a:latin typeface="DungGeunMo"/>
              </a:rPr>
              <a:t>CH2 2</a:t>
            </a:r>
            <a:r>
              <a:rPr lang="ko-KR" sz="2100" b="0" i="0" u="none" strike="noStrike" spc="100">
                <a:solidFill>
                  <a:srgbClr val="FFFFFF">
                    <a:alpha val="41961"/>
                  </a:srgbClr>
                </a:solidFill>
                <a:ea typeface="DungGeunMo"/>
              </a:rPr>
              <a:t>조</a:t>
            </a:r>
            <a:r>
              <a:rPr lang="en-US" sz="2100" b="0" i="0" u="none" strike="noStrike" spc="100">
                <a:solidFill>
                  <a:srgbClr val="FFFFFF">
                    <a:alpha val="41961"/>
                  </a:srgbClr>
                </a:solidFill>
                <a:latin typeface="DungGeunMo"/>
              </a:rPr>
              <a:t> </a:t>
            </a:r>
            <a:r>
              <a:rPr lang="ko-KR" sz="2100" b="0" i="0" u="none" strike="noStrike" spc="100">
                <a:solidFill>
                  <a:srgbClr val="FFFFFF">
                    <a:alpha val="41961"/>
                  </a:srgbClr>
                </a:solidFill>
                <a:ea typeface="DungGeunMo"/>
              </a:rPr>
              <a:t>문준호</a:t>
            </a:r>
            <a:r>
              <a:rPr lang="en-US" sz="2100" b="0" i="0" u="none" strike="noStrike" spc="100">
                <a:solidFill>
                  <a:srgbClr val="FFFFFF">
                    <a:alpha val="41961"/>
                  </a:srgbClr>
                </a:solidFill>
                <a:latin typeface="DungGeunMo"/>
              </a:rPr>
              <a:t> </a:t>
            </a:r>
            <a:r>
              <a:rPr lang="ko-KR" sz="2100" b="0" i="0" u="none" strike="noStrike" spc="100">
                <a:solidFill>
                  <a:srgbClr val="FFFFFF">
                    <a:alpha val="41961"/>
                  </a:srgbClr>
                </a:solidFill>
                <a:ea typeface="DungGeunMo"/>
              </a:rPr>
              <a:t>박민우</a:t>
            </a:r>
            <a:r>
              <a:rPr lang="en-US" sz="2100" b="0" i="0" u="none" strike="noStrike" spc="100">
                <a:solidFill>
                  <a:srgbClr val="FFFFFF">
                    <a:alpha val="41961"/>
                  </a:srgbClr>
                </a:solidFill>
                <a:latin typeface="DungGeunMo"/>
              </a:rPr>
              <a:t> </a:t>
            </a:r>
            <a:r>
              <a:rPr lang="ko-KR" sz="2100" b="0" i="0" u="none" strike="noStrike" spc="100">
                <a:solidFill>
                  <a:srgbClr val="FFFFFF">
                    <a:alpha val="41961"/>
                  </a:srgbClr>
                </a:solidFill>
                <a:ea typeface="DungGeunMo"/>
              </a:rPr>
              <a:t>권구호</a:t>
            </a:r>
            <a:r>
              <a:rPr lang="en-US" sz="2100" b="0" i="0" u="none" strike="noStrike" spc="100">
                <a:solidFill>
                  <a:srgbClr val="FFFFFF">
                    <a:alpha val="41961"/>
                  </a:srgbClr>
                </a:solidFill>
                <a:latin typeface="DungGeunMo"/>
              </a:rPr>
              <a:t> </a:t>
            </a:r>
            <a:r>
              <a:rPr lang="ko-KR" sz="2100" b="0" i="0" u="none" strike="noStrike" spc="100">
                <a:solidFill>
                  <a:srgbClr val="FFFFFF">
                    <a:alpha val="41961"/>
                  </a:srgbClr>
                </a:solidFill>
                <a:ea typeface="DungGeunMo"/>
              </a:rPr>
              <a:t>김하빈</a:t>
            </a:r>
            <a:r>
              <a:rPr lang="en-US" sz="2100" b="0" i="0" u="none" strike="noStrike" spc="100">
                <a:solidFill>
                  <a:srgbClr val="FFFFFF">
                    <a:alpha val="41961"/>
                  </a:srgbClr>
                </a:solidFill>
                <a:latin typeface="DungGeunMo"/>
              </a:rPr>
              <a:t> </a:t>
            </a:r>
            <a:r>
              <a:rPr lang="ko-KR" sz="2100" b="0" i="0" u="none" strike="noStrike" spc="100">
                <a:solidFill>
                  <a:srgbClr val="FFFFFF">
                    <a:alpha val="41961"/>
                  </a:srgbClr>
                </a:solidFill>
                <a:ea typeface="DungGeunMo"/>
              </a:rPr>
              <a:t>김현수</a:t>
            </a:r>
            <a:r>
              <a:rPr lang="en-US" sz="2100" b="0" i="0" u="none" strike="noStrike" spc="100">
                <a:solidFill>
                  <a:srgbClr val="FFFFFF">
                    <a:alpha val="41961"/>
                  </a:srgbClr>
                </a:solidFill>
                <a:latin typeface="DungGeunMo"/>
              </a:rPr>
              <a:t> </a:t>
            </a:r>
            <a:r>
              <a:rPr lang="ko-KR" sz="2100" b="0" i="0" u="none" strike="noStrike" spc="100">
                <a:solidFill>
                  <a:srgbClr val="FFFFFF">
                    <a:alpha val="41961"/>
                  </a:srgbClr>
                </a:solidFill>
                <a:ea typeface="DungGeunMo"/>
              </a:rPr>
              <a:t>강태웅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030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78400" y="393700"/>
            <a:ext cx="190500" cy="1905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94200" y="393700"/>
            <a:ext cx="215900" cy="2159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86300" y="393700"/>
            <a:ext cx="215900" cy="2159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 rot="21600000">
            <a:off x="7620000" y="1714500"/>
            <a:ext cx="3390900" cy="1663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79679"/>
              </a:lnSpc>
            </a:pPr>
            <a:r>
              <a:rPr lang="en-US" sz="9400" b="0" i="0" u="none" strike="noStrike" spc="-800">
                <a:solidFill>
                  <a:srgbClr val="FFFFFF"/>
                </a:solidFill>
                <a:latin typeface="DungGeunMo"/>
              </a:rPr>
              <a:t>I</a:t>
            </a:r>
            <a:r>
              <a:rPr lang="en-US" sz="9400" b="0" i="0" u="none" strike="noStrike" spc="400">
                <a:solidFill>
                  <a:srgbClr val="FFFFFF"/>
                </a:solidFill>
                <a:latin typeface="DungGeunMo"/>
              </a:rPr>
              <a:t>N</a:t>
            </a:r>
            <a:r>
              <a:rPr lang="en-US" sz="9400" b="0" i="0" u="none" strike="noStrike" spc="-300">
                <a:solidFill>
                  <a:srgbClr val="FFFFFF"/>
                </a:solidFill>
                <a:latin typeface="DungGeunMo"/>
              </a:rPr>
              <a:t>D</a:t>
            </a:r>
            <a:r>
              <a:rPr lang="en-US" sz="9400" b="0" i="0" u="none" strike="noStrike" spc="-400">
                <a:solidFill>
                  <a:srgbClr val="FFFFFF"/>
                </a:solidFill>
                <a:latin typeface="DungGeunMo"/>
              </a:rPr>
              <a:t>E</a:t>
            </a:r>
            <a:r>
              <a:rPr lang="en-US" sz="9400" b="0" i="0" u="none" strike="noStrike" spc="400">
                <a:solidFill>
                  <a:srgbClr val="FFFFFF"/>
                </a:solidFill>
                <a:latin typeface="DungGeunMo"/>
              </a:rPr>
              <a:t>X</a:t>
            </a:r>
          </a:p>
        </p:txBody>
      </p:sp>
      <p:sp>
        <p:nvSpPr>
          <p:cNvPr id="6" name="TextBox 6"/>
          <p:cNvSpPr txBox="1"/>
          <p:nvPr/>
        </p:nvSpPr>
        <p:spPr>
          <a:xfrm rot="21600000">
            <a:off x="8102600" y="3098800"/>
            <a:ext cx="2425700" cy="304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79679"/>
              </a:lnSpc>
            </a:pPr>
            <a:r>
              <a:rPr lang="ko-KR" sz="2500" b="0" i="0" u="none" strike="noStrike" spc="-300">
                <a:solidFill>
                  <a:srgbClr val="FFFFFF"/>
                </a:solidFill>
                <a:ea typeface="DungGeunMo"/>
              </a:rPr>
              <a:t>목차</a:t>
            </a: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35100" y="3911600"/>
            <a:ext cx="4864100" cy="2374900"/>
          </a:xfrm>
          <a:prstGeom prst="rect">
            <a:avLst/>
          </a:prstGeom>
          <a:effectLst>
            <a:outerShdw dist="54917" dir="2760000">
              <a:srgbClr val="000000">
                <a:alpha val="15000"/>
              </a:srgbClr>
            </a:outerShdw>
          </a:effectLst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65300" y="4699000"/>
            <a:ext cx="4191000" cy="12446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05500" y="3911600"/>
            <a:ext cx="381000" cy="3810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19800" y="4025900"/>
            <a:ext cx="139700" cy="1397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8300" y="3911600"/>
            <a:ext cx="4864100" cy="2374900"/>
          </a:xfrm>
          <a:prstGeom prst="rect">
            <a:avLst/>
          </a:prstGeom>
          <a:effectLst>
            <a:outerShdw dist="54917" dir="2760000">
              <a:srgbClr val="000000">
                <a:alpha val="15000"/>
              </a:srgbClr>
            </a:outerShdw>
          </a:effectLst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48500" y="4699000"/>
            <a:ext cx="4191000" cy="12446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188700" y="3911600"/>
            <a:ext cx="381000" cy="3810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315700" y="4025900"/>
            <a:ext cx="139700" cy="1397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001500" y="3911600"/>
            <a:ext cx="4864100" cy="2374900"/>
          </a:xfrm>
          <a:prstGeom prst="rect">
            <a:avLst/>
          </a:prstGeom>
          <a:effectLst>
            <a:outerShdw dist="54917" dir="2760000">
              <a:srgbClr val="000000">
                <a:alpha val="15000"/>
              </a:srgbClr>
            </a:outerShdw>
          </a:effectLst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331700" y="4711700"/>
            <a:ext cx="4191000" cy="12319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598900" y="4025900"/>
            <a:ext cx="139700" cy="1397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35100" y="6578600"/>
            <a:ext cx="4864100" cy="2374900"/>
          </a:xfrm>
          <a:prstGeom prst="rect">
            <a:avLst/>
          </a:prstGeom>
          <a:effectLst>
            <a:outerShdw dist="54917" dir="2760000">
              <a:srgbClr val="000000">
                <a:alpha val="15000"/>
              </a:srgbClr>
            </a:outerShdw>
          </a:effectLst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65300" y="7378700"/>
            <a:ext cx="4191000" cy="12446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05500" y="6578600"/>
            <a:ext cx="381000" cy="3810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19800" y="6705600"/>
            <a:ext cx="139700" cy="1397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8300" y="6578600"/>
            <a:ext cx="4864100" cy="2374900"/>
          </a:xfrm>
          <a:prstGeom prst="rect">
            <a:avLst/>
          </a:prstGeom>
          <a:effectLst>
            <a:outerShdw dist="54917" dir="2760000">
              <a:srgbClr val="000000">
                <a:alpha val="15000"/>
              </a:srgbClr>
            </a:outerShdw>
          </a:effectLst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48500" y="7378700"/>
            <a:ext cx="4191000" cy="1244600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315700" y="6705600"/>
            <a:ext cx="139700" cy="139700"/>
          </a:xfrm>
          <a:prstGeom prst="rect">
            <a:avLst/>
          </a:prstGeom>
        </p:spPr>
      </p:pic>
      <p:pic>
        <p:nvPicPr>
          <p:cNvPr id="27" name="Picture 2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001500" y="6591300"/>
            <a:ext cx="4864100" cy="2374900"/>
          </a:xfrm>
          <a:prstGeom prst="rect">
            <a:avLst/>
          </a:prstGeom>
          <a:effectLst>
            <a:outerShdw dist="54917" dir="2760000">
              <a:srgbClr val="000000">
                <a:alpha val="15000"/>
              </a:srgbClr>
            </a:outerShdw>
          </a:effectLst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331700" y="7378700"/>
            <a:ext cx="4191000" cy="1244600"/>
          </a:xfrm>
          <a:prstGeom prst="rect">
            <a:avLst/>
          </a:prstGeom>
        </p:spPr>
      </p:pic>
      <p:pic>
        <p:nvPicPr>
          <p:cNvPr id="30" name="Picture 3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598900" y="6705600"/>
            <a:ext cx="139700" cy="139700"/>
          </a:xfrm>
          <a:prstGeom prst="rect">
            <a:avLst/>
          </a:prstGeom>
        </p:spPr>
      </p:pic>
      <p:pic>
        <p:nvPicPr>
          <p:cNvPr id="31" name="Picture 3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-101600" y="952500"/>
            <a:ext cx="18491200" cy="571500"/>
          </a:xfrm>
          <a:prstGeom prst="rect">
            <a:avLst/>
          </a:prstGeom>
        </p:spPr>
      </p:pic>
      <p:pic>
        <p:nvPicPr>
          <p:cNvPr id="32" name="Picture 32"/>
          <p:cNvPicPr>
            <a:picLocks noChangeAspect="1"/>
          </p:cNvPicPr>
          <p:nvPr/>
        </p:nvPicPr>
        <p:blipFill>
          <a:blip r:embed="rId12">
            <a:alphaModFix amt="38000"/>
          </a:blip>
          <a:stretch>
            <a:fillRect/>
          </a:stretch>
        </p:blipFill>
        <p:spPr>
          <a:xfrm>
            <a:off x="2921000" y="1143000"/>
            <a:ext cx="177800" cy="177800"/>
          </a:xfrm>
          <a:prstGeom prst="rect">
            <a:avLst/>
          </a:prstGeom>
        </p:spPr>
      </p:pic>
      <p:pic>
        <p:nvPicPr>
          <p:cNvPr id="33" name="Picture 33"/>
          <p:cNvPicPr>
            <a:picLocks noChangeAspect="1"/>
          </p:cNvPicPr>
          <p:nvPr/>
        </p:nvPicPr>
        <p:blipFill>
          <a:blip r:embed="rId13">
            <a:alphaModFix amt="38000"/>
          </a:blip>
          <a:stretch>
            <a:fillRect/>
          </a:stretch>
        </p:blipFill>
        <p:spPr>
          <a:xfrm>
            <a:off x="3632200" y="1130300"/>
            <a:ext cx="215900" cy="215900"/>
          </a:xfrm>
          <a:prstGeom prst="rect">
            <a:avLst/>
          </a:prstGeom>
        </p:spPr>
      </p:pic>
      <p:pic>
        <p:nvPicPr>
          <p:cNvPr id="34" name="Picture 34"/>
          <p:cNvPicPr>
            <a:picLocks noChangeAspect="1"/>
          </p:cNvPicPr>
          <p:nvPr/>
        </p:nvPicPr>
        <p:blipFill>
          <a:blip r:embed="rId14">
            <a:alphaModFix amt="38000"/>
          </a:blip>
          <a:stretch>
            <a:fillRect/>
          </a:stretch>
        </p:blipFill>
        <p:spPr>
          <a:xfrm>
            <a:off x="5880100" y="1143000"/>
            <a:ext cx="228600" cy="190500"/>
          </a:xfrm>
          <a:prstGeom prst="rect">
            <a:avLst/>
          </a:prstGeom>
        </p:spPr>
      </p:pic>
      <p:pic>
        <p:nvPicPr>
          <p:cNvPr id="35" name="Picture 35"/>
          <p:cNvPicPr>
            <a:picLocks noChangeAspect="1"/>
          </p:cNvPicPr>
          <p:nvPr/>
        </p:nvPicPr>
        <p:blipFill>
          <a:blip r:embed="rId15">
            <a:alphaModFix amt="38000"/>
          </a:blip>
          <a:stretch>
            <a:fillRect/>
          </a:stretch>
        </p:blipFill>
        <p:spPr>
          <a:xfrm>
            <a:off x="6629400" y="1143000"/>
            <a:ext cx="190500" cy="190500"/>
          </a:xfrm>
          <a:prstGeom prst="rect">
            <a:avLst/>
          </a:prstGeom>
        </p:spPr>
      </p:pic>
      <p:pic>
        <p:nvPicPr>
          <p:cNvPr id="36" name="Picture 36"/>
          <p:cNvPicPr>
            <a:picLocks noChangeAspect="1"/>
          </p:cNvPicPr>
          <p:nvPr/>
        </p:nvPicPr>
        <p:blipFill>
          <a:blip r:embed="rId16">
            <a:alphaModFix amt="38000"/>
          </a:blip>
          <a:stretch>
            <a:fillRect/>
          </a:stretch>
        </p:blipFill>
        <p:spPr>
          <a:xfrm>
            <a:off x="7340600" y="1143000"/>
            <a:ext cx="254000" cy="177800"/>
          </a:xfrm>
          <a:prstGeom prst="rect">
            <a:avLst/>
          </a:prstGeom>
        </p:spPr>
      </p:pic>
      <p:pic>
        <p:nvPicPr>
          <p:cNvPr id="37" name="Picture 37"/>
          <p:cNvPicPr>
            <a:picLocks noChangeAspect="1"/>
          </p:cNvPicPr>
          <p:nvPr/>
        </p:nvPicPr>
        <p:blipFill>
          <a:blip r:embed="rId17">
            <a:alphaModFix amt="38000"/>
          </a:blip>
          <a:stretch>
            <a:fillRect/>
          </a:stretch>
        </p:blipFill>
        <p:spPr>
          <a:xfrm>
            <a:off x="8115300" y="1143000"/>
            <a:ext cx="177800" cy="177800"/>
          </a:xfrm>
          <a:prstGeom prst="rect">
            <a:avLst/>
          </a:prstGeom>
        </p:spPr>
      </p:pic>
      <p:pic>
        <p:nvPicPr>
          <p:cNvPr id="38" name="Picture 38"/>
          <p:cNvPicPr>
            <a:picLocks noChangeAspect="1"/>
          </p:cNvPicPr>
          <p:nvPr/>
        </p:nvPicPr>
        <p:blipFill>
          <a:blip r:embed="rId18">
            <a:alphaModFix amt="38000"/>
          </a:blip>
          <a:stretch>
            <a:fillRect/>
          </a:stretch>
        </p:blipFill>
        <p:spPr>
          <a:xfrm>
            <a:off x="2222500" y="1143000"/>
            <a:ext cx="177800" cy="190500"/>
          </a:xfrm>
          <a:prstGeom prst="rect">
            <a:avLst/>
          </a:prstGeom>
        </p:spPr>
      </p:pic>
      <p:pic>
        <p:nvPicPr>
          <p:cNvPr id="39" name="Picture 39"/>
          <p:cNvPicPr>
            <a:picLocks noChangeAspect="1"/>
          </p:cNvPicPr>
          <p:nvPr/>
        </p:nvPicPr>
        <p:blipFill>
          <a:blip r:embed="rId19">
            <a:alphaModFix amt="38000"/>
          </a:blip>
          <a:stretch>
            <a:fillRect/>
          </a:stretch>
        </p:blipFill>
        <p:spPr>
          <a:xfrm>
            <a:off x="8826500" y="1130300"/>
            <a:ext cx="215900" cy="215900"/>
          </a:xfrm>
          <a:prstGeom prst="rect">
            <a:avLst/>
          </a:prstGeom>
        </p:spPr>
      </p:pic>
      <p:pic>
        <p:nvPicPr>
          <p:cNvPr id="40" name="Picture 40"/>
          <p:cNvPicPr>
            <a:picLocks noChangeAspect="1"/>
          </p:cNvPicPr>
          <p:nvPr/>
        </p:nvPicPr>
        <p:blipFill>
          <a:blip r:embed="rId20">
            <a:alphaModFix amt="38000"/>
          </a:blip>
          <a:stretch>
            <a:fillRect/>
          </a:stretch>
        </p:blipFill>
        <p:spPr>
          <a:xfrm>
            <a:off x="9550400" y="1143000"/>
            <a:ext cx="190500" cy="190500"/>
          </a:xfrm>
          <a:prstGeom prst="rect">
            <a:avLst/>
          </a:prstGeom>
        </p:spPr>
      </p:pic>
      <p:pic>
        <p:nvPicPr>
          <p:cNvPr id="41" name="Picture 41"/>
          <p:cNvPicPr>
            <a:picLocks noChangeAspect="1"/>
          </p:cNvPicPr>
          <p:nvPr/>
        </p:nvPicPr>
        <p:blipFill>
          <a:blip r:embed="rId21">
            <a:alphaModFix amt="38000"/>
          </a:blip>
          <a:stretch>
            <a:fillRect/>
          </a:stretch>
        </p:blipFill>
        <p:spPr>
          <a:xfrm>
            <a:off x="11734800" y="1143000"/>
            <a:ext cx="190500" cy="190500"/>
          </a:xfrm>
          <a:prstGeom prst="rect">
            <a:avLst/>
          </a:prstGeom>
        </p:spPr>
      </p:pic>
      <p:pic>
        <p:nvPicPr>
          <p:cNvPr id="42" name="Picture 42"/>
          <p:cNvPicPr>
            <a:picLocks noChangeAspect="1"/>
          </p:cNvPicPr>
          <p:nvPr/>
        </p:nvPicPr>
        <p:blipFill>
          <a:blip r:embed="rId22">
            <a:alphaModFix amt="38000"/>
          </a:blip>
          <a:stretch>
            <a:fillRect/>
          </a:stretch>
        </p:blipFill>
        <p:spPr>
          <a:xfrm>
            <a:off x="10985500" y="1117600"/>
            <a:ext cx="228600" cy="228600"/>
          </a:xfrm>
          <a:prstGeom prst="rect">
            <a:avLst/>
          </a:prstGeom>
        </p:spPr>
      </p:pic>
      <p:pic>
        <p:nvPicPr>
          <p:cNvPr id="43" name="Picture 43"/>
          <p:cNvPicPr>
            <a:picLocks noChangeAspect="1"/>
          </p:cNvPicPr>
          <p:nvPr/>
        </p:nvPicPr>
        <p:blipFill>
          <a:blip r:embed="rId23">
            <a:alphaModFix amt="38000"/>
          </a:blip>
          <a:stretch>
            <a:fillRect/>
          </a:stretch>
        </p:blipFill>
        <p:spPr>
          <a:xfrm>
            <a:off x="10261600" y="1143000"/>
            <a:ext cx="190500" cy="190500"/>
          </a:xfrm>
          <a:prstGeom prst="rect">
            <a:avLst/>
          </a:prstGeom>
        </p:spPr>
      </p:pic>
      <p:pic>
        <p:nvPicPr>
          <p:cNvPr id="44" name="Picture 44"/>
          <p:cNvPicPr>
            <a:picLocks noChangeAspect="1"/>
          </p:cNvPicPr>
          <p:nvPr/>
        </p:nvPicPr>
        <p:blipFill>
          <a:blip r:embed="rId24">
            <a:alphaModFix amt="38000"/>
          </a:blip>
          <a:stretch>
            <a:fillRect/>
          </a:stretch>
        </p:blipFill>
        <p:spPr>
          <a:xfrm>
            <a:off x="4356100" y="1104900"/>
            <a:ext cx="266700" cy="266700"/>
          </a:xfrm>
          <a:prstGeom prst="rect">
            <a:avLst/>
          </a:prstGeom>
        </p:spPr>
      </p:pic>
      <p:pic>
        <p:nvPicPr>
          <p:cNvPr id="45" name="Picture 45"/>
          <p:cNvPicPr>
            <a:picLocks noChangeAspect="1"/>
          </p:cNvPicPr>
          <p:nvPr/>
        </p:nvPicPr>
        <p:blipFill>
          <a:blip r:embed="rId25">
            <a:alphaModFix amt="38000"/>
          </a:blip>
          <a:stretch>
            <a:fillRect/>
          </a:stretch>
        </p:blipFill>
        <p:spPr>
          <a:xfrm>
            <a:off x="5143500" y="1130300"/>
            <a:ext cx="215900" cy="215900"/>
          </a:xfrm>
          <a:prstGeom prst="rect">
            <a:avLst/>
          </a:prstGeom>
        </p:spPr>
      </p:pic>
      <p:pic>
        <p:nvPicPr>
          <p:cNvPr id="46" name="Picture 46"/>
          <p:cNvPicPr>
            <a:picLocks noChangeAspect="1"/>
          </p:cNvPicPr>
          <p:nvPr/>
        </p:nvPicPr>
        <p:blipFill>
          <a:blip r:embed="rId26">
            <a:alphaModFix amt="38000"/>
          </a:blip>
          <a:stretch>
            <a:fillRect/>
          </a:stretch>
        </p:blipFill>
        <p:spPr>
          <a:xfrm>
            <a:off x="12446000" y="1143000"/>
            <a:ext cx="190500" cy="177800"/>
          </a:xfrm>
          <a:prstGeom prst="rect">
            <a:avLst/>
          </a:prstGeom>
        </p:spPr>
      </p:pic>
      <p:pic>
        <p:nvPicPr>
          <p:cNvPr id="47" name="Picture 47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76300" y="1181100"/>
            <a:ext cx="127000" cy="127000"/>
          </a:xfrm>
          <a:prstGeom prst="rect">
            <a:avLst/>
          </a:prstGeom>
        </p:spPr>
      </p:pic>
      <p:pic>
        <p:nvPicPr>
          <p:cNvPr id="48" name="Picture 48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079500" y="1181100"/>
            <a:ext cx="127000" cy="127000"/>
          </a:xfrm>
          <a:prstGeom prst="rect">
            <a:avLst/>
          </a:prstGeom>
        </p:spPr>
      </p:pic>
      <p:pic>
        <p:nvPicPr>
          <p:cNvPr id="49" name="Picture 49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295400" y="1181100"/>
            <a:ext cx="127000" cy="127000"/>
          </a:xfrm>
          <a:prstGeom prst="rect">
            <a:avLst/>
          </a:prstGeom>
        </p:spPr>
      </p:pic>
      <p:sp>
        <p:nvSpPr>
          <p:cNvPr id="50" name="TextBox 50"/>
          <p:cNvSpPr txBox="1"/>
          <p:nvPr/>
        </p:nvSpPr>
        <p:spPr>
          <a:xfrm>
            <a:off x="12522200" y="6870700"/>
            <a:ext cx="38100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07070"/>
              </a:lnSpc>
            </a:pPr>
            <a:r>
              <a:rPr lang="en-US" altLang="ko-KR" sz="1900" spc="100" dirty="0">
                <a:solidFill>
                  <a:srgbClr val="18A8F1"/>
                </a:solidFill>
                <a:latin typeface="DungGeunMo"/>
              </a:rPr>
              <a:t>Menu06</a:t>
            </a:r>
          </a:p>
        </p:txBody>
      </p:sp>
      <p:sp>
        <p:nvSpPr>
          <p:cNvPr id="51" name="TextBox 51"/>
          <p:cNvSpPr txBox="1"/>
          <p:nvPr/>
        </p:nvSpPr>
        <p:spPr>
          <a:xfrm rot="21600000">
            <a:off x="13007975" y="7639050"/>
            <a:ext cx="2819400" cy="571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79679"/>
              </a:lnSpc>
            </a:pPr>
            <a:r>
              <a:rPr lang="ko-KR" sz="3200" b="0" i="0" u="none" strike="noStrike" spc="-300" dirty="0">
                <a:solidFill>
                  <a:srgbClr val="18A8F1"/>
                </a:solidFill>
                <a:ea typeface="DungGeunMo"/>
              </a:rPr>
              <a:t>묻</a:t>
            </a:r>
            <a:r>
              <a:rPr lang="ko-KR" sz="3200" b="0" i="0" u="none" strike="noStrike" spc="-900" dirty="0">
                <a:solidFill>
                  <a:srgbClr val="18A8F1"/>
                </a:solidFill>
                <a:ea typeface="DungGeunMo"/>
              </a:rPr>
              <a:t>고</a:t>
            </a:r>
            <a:r>
              <a:rPr lang="en-US" sz="3200" b="0" i="0" u="none" strike="noStrike" spc="-300" dirty="0">
                <a:solidFill>
                  <a:srgbClr val="18A8F1"/>
                </a:solidFill>
                <a:latin typeface="DungGeunMo"/>
              </a:rPr>
              <a:t> </a:t>
            </a:r>
            <a:r>
              <a:rPr lang="ko-KR" sz="3200" b="0" i="0" u="none" strike="noStrike" spc="-300" dirty="0">
                <a:solidFill>
                  <a:srgbClr val="18A8F1"/>
                </a:solidFill>
                <a:ea typeface="DungGeunMo"/>
              </a:rPr>
              <a:t>답하기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3411200" y="8166100"/>
            <a:ext cx="20447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07070"/>
              </a:lnSpc>
            </a:pPr>
            <a:r>
              <a:rPr lang="en-US" sz="1500" b="0" i="0" u="none" strike="noStrike" dirty="0">
                <a:solidFill>
                  <a:srgbClr val="FFFFFF">
                    <a:alpha val="36078"/>
                  </a:srgbClr>
                </a:solidFill>
                <a:latin typeface="DungGeunMo"/>
              </a:rPr>
              <a:t>Q&amp;A</a:t>
            </a:r>
          </a:p>
        </p:txBody>
      </p:sp>
      <p:sp>
        <p:nvSpPr>
          <p:cNvPr id="53" name="TextBox 53"/>
          <p:cNvSpPr txBox="1"/>
          <p:nvPr/>
        </p:nvSpPr>
        <p:spPr>
          <a:xfrm rot="21600000">
            <a:off x="7048500" y="2286000"/>
            <a:ext cx="863600" cy="584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79679"/>
              </a:lnSpc>
            </a:pPr>
            <a:r>
              <a:rPr lang="en-US" sz="3200" b="0" i="0" u="none" strike="noStrike" spc="-300">
                <a:solidFill>
                  <a:srgbClr val="3AB429"/>
                </a:solidFill>
                <a:latin typeface="DungGeunMo"/>
              </a:rPr>
              <a:t>{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10795000" y="2273300"/>
            <a:ext cx="863600" cy="584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79679"/>
              </a:lnSpc>
            </a:pPr>
            <a:r>
              <a:rPr lang="en-US" sz="3200" b="0" i="0" u="none" strike="noStrike" spc="-300">
                <a:solidFill>
                  <a:srgbClr val="18A8F1"/>
                </a:solidFill>
                <a:latin typeface="DungGeunMo"/>
              </a:rPr>
              <a:t>}</a:t>
            </a:r>
          </a:p>
        </p:txBody>
      </p:sp>
      <p:sp>
        <p:nvSpPr>
          <p:cNvPr id="55" name="TextBox 55"/>
          <p:cNvSpPr txBox="1"/>
          <p:nvPr/>
        </p:nvSpPr>
        <p:spPr>
          <a:xfrm rot="21600000">
            <a:off x="4038600" y="2362200"/>
            <a:ext cx="3352800" cy="482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79679"/>
              </a:lnSpc>
            </a:pPr>
            <a:r>
              <a:rPr lang="en-US" sz="2700" b="0" i="0" u="none" strike="noStrike" spc="-300">
                <a:solidFill>
                  <a:srgbClr val="3AB429"/>
                </a:solidFill>
                <a:latin typeface="DungGeunMo"/>
              </a:rPr>
              <a:t>--------------</a:t>
            </a:r>
          </a:p>
        </p:txBody>
      </p:sp>
      <p:sp>
        <p:nvSpPr>
          <p:cNvPr id="56" name="TextBox 56"/>
          <p:cNvSpPr txBox="1"/>
          <p:nvPr/>
        </p:nvSpPr>
        <p:spPr>
          <a:xfrm rot="21600000">
            <a:off x="11315700" y="2374900"/>
            <a:ext cx="3619500" cy="457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79679"/>
              </a:lnSpc>
            </a:pPr>
            <a:r>
              <a:rPr lang="en-US" sz="2500" b="0" i="0" u="none" strike="noStrike" spc="-300">
                <a:solidFill>
                  <a:srgbClr val="18A8F1"/>
                </a:solidFill>
                <a:latin typeface="DungGeunMo"/>
              </a:rPr>
              <a:t>--------------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1955800" y="4178300"/>
            <a:ext cx="38100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07070"/>
              </a:lnSpc>
            </a:pPr>
            <a:r>
              <a:rPr lang="en-US" sz="1900" b="0" i="0" u="none" strike="noStrike" dirty="0">
                <a:solidFill>
                  <a:srgbClr val="3AB429"/>
                </a:solidFill>
                <a:latin typeface="DungGeunMo"/>
              </a:rPr>
              <a:t>Menu01</a:t>
            </a:r>
          </a:p>
        </p:txBody>
      </p:sp>
      <p:sp>
        <p:nvSpPr>
          <p:cNvPr id="58" name="TextBox 58"/>
          <p:cNvSpPr txBox="1"/>
          <p:nvPr/>
        </p:nvSpPr>
        <p:spPr>
          <a:xfrm rot="21600000">
            <a:off x="2451100" y="4978400"/>
            <a:ext cx="2819400" cy="393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79679"/>
              </a:lnSpc>
            </a:pPr>
            <a:r>
              <a:rPr lang="ko-KR" sz="3200" b="0" i="0" u="none" strike="noStrike" spc="-300" dirty="0">
                <a:solidFill>
                  <a:srgbClr val="3AB429"/>
                </a:solidFill>
                <a:ea typeface="DungGeunMo"/>
              </a:rPr>
              <a:t>프로젝</a:t>
            </a:r>
            <a:r>
              <a:rPr lang="ko-KR" sz="3200" b="0" i="0" u="none" strike="noStrike" spc="-900" dirty="0">
                <a:solidFill>
                  <a:srgbClr val="3AB429"/>
                </a:solidFill>
                <a:ea typeface="DungGeunMo"/>
              </a:rPr>
              <a:t>트</a:t>
            </a:r>
            <a:r>
              <a:rPr lang="en-US" sz="3200" b="0" i="0" u="none" strike="noStrike" spc="-300" dirty="0">
                <a:solidFill>
                  <a:srgbClr val="3AB429"/>
                </a:solidFill>
                <a:latin typeface="DungGeunMo"/>
              </a:rPr>
              <a:t> </a:t>
            </a:r>
            <a:r>
              <a:rPr lang="ko-KR" sz="3200" b="0" i="0" u="none" strike="noStrike" spc="-300" dirty="0">
                <a:solidFill>
                  <a:srgbClr val="3AB429"/>
                </a:solidFill>
                <a:ea typeface="DungGeunMo"/>
              </a:rPr>
              <a:t>소개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2819400" y="5410200"/>
            <a:ext cx="2082800" cy="254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07070"/>
              </a:lnSpc>
            </a:pPr>
            <a:r>
              <a:rPr lang="en-US" sz="1500" b="0" i="0" u="none" strike="noStrike">
                <a:solidFill>
                  <a:srgbClr val="FFFFFF">
                    <a:alpha val="36078"/>
                  </a:srgbClr>
                </a:solidFill>
                <a:latin typeface="DungGeunMo"/>
              </a:rPr>
              <a:t>Project overview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7239000" y="4178300"/>
            <a:ext cx="38100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07070"/>
              </a:lnSpc>
            </a:pPr>
            <a:r>
              <a:rPr lang="en-US" sz="1900" b="0" i="0" u="none" strike="noStrike" spc="100" dirty="0">
                <a:solidFill>
                  <a:srgbClr val="18A8F1"/>
                </a:solidFill>
                <a:latin typeface="DungGeunMo"/>
              </a:rPr>
              <a:t>Menu02</a:t>
            </a:r>
          </a:p>
        </p:txBody>
      </p:sp>
      <p:sp>
        <p:nvSpPr>
          <p:cNvPr id="61" name="TextBox 61"/>
          <p:cNvSpPr txBox="1"/>
          <p:nvPr/>
        </p:nvSpPr>
        <p:spPr>
          <a:xfrm rot="21600000">
            <a:off x="7924800" y="4965700"/>
            <a:ext cx="2438400" cy="393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79679"/>
              </a:lnSpc>
            </a:pPr>
            <a:r>
              <a:rPr lang="ko-KR" sz="3200" b="0" i="0" u="none" strike="noStrike" spc="-300">
                <a:solidFill>
                  <a:srgbClr val="18A8F1"/>
                </a:solidFill>
                <a:ea typeface="DungGeunMo"/>
              </a:rPr>
              <a:t>프로젝</a:t>
            </a:r>
            <a:r>
              <a:rPr lang="ko-KR" sz="3200" b="0" i="0" u="none" strike="noStrike" spc="-1000">
                <a:solidFill>
                  <a:srgbClr val="18A8F1"/>
                </a:solidFill>
                <a:ea typeface="DungGeunMo"/>
              </a:rPr>
              <a:t>트</a:t>
            </a:r>
            <a:r>
              <a:rPr lang="en-US" sz="3200" b="0" i="0" u="none" strike="noStrike" spc="-300">
                <a:solidFill>
                  <a:srgbClr val="18A8F1"/>
                </a:solidFill>
                <a:latin typeface="DungGeunMo"/>
              </a:rPr>
              <a:t> </a:t>
            </a:r>
            <a:r>
              <a:rPr lang="ko-KR" sz="3200" b="0" i="0" u="none" strike="noStrike" spc="-300">
                <a:solidFill>
                  <a:srgbClr val="18A8F1"/>
                </a:solidFill>
                <a:ea typeface="DungGeunMo"/>
              </a:rPr>
              <a:t>개요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8128000" y="5410200"/>
            <a:ext cx="2044700" cy="254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07070"/>
              </a:lnSpc>
            </a:pPr>
            <a:r>
              <a:rPr lang="en-US" sz="1500" b="0" i="0" u="none" strike="noStrike">
                <a:solidFill>
                  <a:srgbClr val="FFFFFF">
                    <a:alpha val="36078"/>
                  </a:srgbClr>
                </a:solidFill>
                <a:latin typeface="DungGeunMo"/>
              </a:rPr>
              <a:t>Project outline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12522200" y="4191000"/>
            <a:ext cx="38100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ctr">
              <a:lnSpc>
                <a:spcPct val="107070"/>
              </a:lnSpc>
            </a:pPr>
            <a:r>
              <a:rPr lang="en-US" altLang="ko-KR" sz="1900" dirty="0">
                <a:solidFill>
                  <a:srgbClr val="3AB429"/>
                </a:solidFill>
                <a:latin typeface="DungGeunMo"/>
              </a:rPr>
              <a:t>Menu03</a:t>
            </a:r>
          </a:p>
        </p:txBody>
      </p:sp>
      <p:sp>
        <p:nvSpPr>
          <p:cNvPr id="64" name="TextBox 64"/>
          <p:cNvSpPr txBox="1"/>
          <p:nvPr/>
        </p:nvSpPr>
        <p:spPr>
          <a:xfrm rot="21600000">
            <a:off x="13017500" y="4991100"/>
            <a:ext cx="2819400" cy="393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79679"/>
              </a:lnSpc>
            </a:pPr>
            <a:r>
              <a:rPr lang="ko-KR" sz="3200" b="0" i="0" u="none" strike="noStrike" spc="-300">
                <a:solidFill>
                  <a:srgbClr val="3AB429"/>
                </a:solidFill>
                <a:ea typeface="DungGeunMo"/>
              </a:rPr>
              <a:t>게임</a:t>
            </a:r>
            <a:r>
              <a:rPr lang="en-US" sz="3200" b="0" i="0" u="none" strike="noStrike" spc="-300">
                <a:solidFill>
                  <a:srgbClr val="3AB429"/>
                </a:solidFill>
                <a:latin typeface="DungGeunMo"/>
              </a:rPr>
              <a:t> </a:t>
            </a:r>
            <a:r>
              <a:rPr lang="ko-KR" sz="3200" b="0" i="0" u="none" strike="noStrike" spc="-300">
                <a:solidFill>
                  <a:srgbClr val="3AB429"/>
                </a:solidFill>
                <a:ea typeface="DungGeunMo"/>
              </a:rPr>
              <a:t>플레이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13411200" y="5422900"/>
            <a:ext cx="2044700" cy="254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07070"/>
              </a:lnSpc>
            </a:pPr>
            <a:r>
              <a:rPr lang="en-US" sz="1500" b="0" i="0" u="none" strike="noStrike">
                <a:solidFill>
                  <a:srgbClr val="FFFFFF">
                    <a:alpha val="36078"/>
                  </a:srgbClr>
                </a:solidFill>
                <a:latin typeface="DungGeunMo"/>
              </a:rPr>
              <a:t>Gameplay loop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1955800" y="6858000"/>
            <a:ext cx="38100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07070"/>
              </a:lnSpc>
            </a:pPr>
            <a:r>
              <a:rPr lang="en-US" sz="1900" b="0" i="0" u="none" strike="noStrike" spc="100">
                <a:solidFill>
                  <a:srgbClr val="18A8F1"/>
                </a:solidFill>
                <a:latin typeface="DungGeunMo"/>
              </a:rPr>
              <a:t>Menu04</a:t>
            </a:r>
          </a:p>
        </p:txBody>
      </p:sp>
      <p:sp>
        <p:nvSpPr>
          <p:cNvPr id="67" name="TextBox 67"/>
          <p:cNvSpPr txBox="1"/>
          <p:nvPr/>
        </p:nvSpPr>
        <p:spPr>
          <a:xfrm rot="21600000">
            <a:off x="2273300" y="7708900"/>
            <a:ext cx="3314700" cy="393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79679"/>
              </a:lnSpc>
            </a:pPr>
            <a:r>
              <a:rPr lang="ko-KR" altLang="en-US" sz="3200" b="0" i="0" u="none" strike="noStrike" spc="-300" dirty="0">
                <a:solidFill>
                  <a:srgbClr val="18A8F1"/>
                </a:solidFill>
                <a:ea typeface="DungGeunMo"/>
              </a:rPr>
              <a:t>프로젝트 시연</a:t>
            </a:r>
            <a:endParaRPr lang="ko-KR" sz="3200" b="0" i="0" u="none" strike="noStrike" spc="-300" dirty="0">
              <a:solidFill>
                <a:srgbClr val="18A8F1"/>
              </a:solidFill>
              <a:ea typeface="DungGeunMo"/>
            </a:endParaRPr>
          </a:p>
        </p:txBody>
      </p:sp>
      <p:sp>
        <p:nvSpPr>
          <p:cNvPr id="68" name="TextBox 68"/>
          <p:cNvSpPr txBox="1"/>
          <p:nvPr/>
        </p:nvSpPr>
        <p:spPr>
          <a:xfrm>
            <a:off x="2400300" y="8166100"/>
            <a:ext cx="2921000" cy="254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07070"/>
              </a:lnSpc>
            </a:pPr>
            <a:r>
              <a:rPr lang="en-US" sz="1500" dirty="0">
                <a:solidFill>
                  <a:srgbClr val="FFFFFF">
                    <a:alpha val="36078"/>
                  </a:srgbClr>
                </a:solidFill>
                <a:latin typeface="DungGeunMo"/>
              </a:rPr>
              <a:t>Project Demo</a:t>
            </a:r>
            <a:endParaRPr lang="en-US" sz="1500" b="0" i="0" u="none" strike="noStrike" dirty="0">
              <a:solidFill>
                <a:srgbClr val="FFFFFF">
                  <a:alpha val="36078"/>
                </a:srgbClr>
              </a:solidFill>
              <a:latin typeface="DungGeunMo"/>
            </a:endParaRPr>
          </a:p>
        </p:txBody>
      </p:sp>
      <p:sp>
        <p:nvSpPr>
          <p:cNvPr id="69" name="TextBox 69"/>
          <p:cNvSpPr txBox="1"/>
          <p:nvPr/>
        </p:nvSpPr>
        <p:spPr>
          <a:xfrm>
            <a:off x="7239000" y="6858000"/>
            <a:ext cx="38100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ctr">
              <a:lnSpc>
                <a:spcPct val="107070"/>
              </a:lnSpc>
            </a:pPr>
            <a:r>
              <a:rPr lang="en-US" altLang="ko-KR" sz="1900" dirty="0">
                <a:solidFill>
                  <a:srgbClr val="3AB429"/>
                </a:solidFill>
                <a:latin typeface="DungGeunMo"/>
              </a:rPr>
              <a:t>Menu05</a:t>
            </a:r>
          </a:p>
        </p:txBody>
      </p:sp>
      <p:sp>
        <p:nvSpPr>
          <p:cNvPr id="70" name="TextBox 70"/>
          <p:cNvSpPr txBox="1"/>
          <p:nvPr/>
        </p:nvSpPr>
        <p:spPr>
          <a:xfrm rot="21600000">
            <a:off x="7378700" y="7708900"/>
            <a:ext cx="3327400" cy="393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79679"/>
              </a:lnSpc>
            </a:pPr>
            <a:r>
              <a:rPr lang="ko-KR" altLang="en-US" sz="3200" spc="-300" dirty="0">
                <a:solidFill>
                  <a:srgbClr val="3AB429"/>
                </a:solidFill>
                <a:ea typeface="DungGeunMo"/>
              </a:rPr>
              <a:t>구조  기능  및 설계</a:t>
            </a:r>
            <a:endParaRPr lang="ko-KR" altLang="ko-KR" sz="3200" spc="-300" dirty="0">
              <a:solidFill>
                <a:srgbClr val="3AB429"/>
              </a:solidFill>
              <a:ea typeface="DungGeunMo"/>
            </a:endParaRPr>
          </a:p>
        </p:txBody>
      </p:sp>
      <p:sp>
        <p:nvSpPr>
          <p:cNvPr id="71" name="TextBox 71"/>
          <p:cNvSpPr txBox="1"/>
          <p:nvPr/>
        </p:nvSpPr>
        <p:spPr>
          <a:xfrm>
            <a:off x="7696200" y="8178800"/>
            <a:ext cx="2755900" cy="241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07070"/>
              </a:lnSpc>
            </a:pPr>
            <a:r>
              <a:rPr lang="en-US" altLang="ko-KR" sz="1500" dirty="0">
                <a:solidFill>
                  <a:srgbClr val="FFFFFF">
                    <a:alpha val="36078"/>
                  </a:srgbClr>
                </a:solidFill>
                <a:latin typeface="DungGeunMo"/>
              </a:rPr>
              <a:t>Implementation of features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863600" y="368300"/>
            <a:ext cx="4394200" cy="304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07070"/>
              </a:lnSpc>
            </a:pPr>
            <a:r>
              <a:rPr lang="en-US" sz="1700" b="0" i="0" u="none" strike="noStrike">
                <a:solidFill>
                  <a:srgbClr val="FFFFFF"/>
                </a:solidFill>
                <a:latin typeface="DungGeunMo"/>
              </a:rPr>
              <a:t>SPARTA </a:t>
            </a:r>
            <a:r>
              <a:rPr lang="ko-KR" sz="1700" b="0" i="0" u="none" strike="noStrike">
                <a:solidFill>
                  <a:srgbClr val="FFFFFF"/>
                </a:solidFill>
                <a:ea typeface="DungGeunMo"/>
              </a:rPr>
              <a:t>내일배움캠프</a:t>
            </a:r>
            <a:r>
              <a:rPr lang="en-US" sz="1700" b="0" i="0" u="none" strike="noStrike">
                <a:solidFill>
                  <a:srgbClr val="FFFFFF"/>
                </a:solidFill>
                <a:latin typeface="DungGeunMo"/>
              </a:rPr>
              <a:t> Unreal 5,6</a:t>
            </a:r>
            <a:r>
              <a:rPr lang="ko-KR" sz="1700" b="0" i="0" u="none" strike="noStrike">
                <a:solidFill>
                  <a:srgbClr val="FFFFFF"/>
                </a:solidFill>
                <a:ea typeface="DungGeunMo"/>
              </a:rPr>
              <a:t>기</a:t>
            </a:r>
            <a:r>
              <a:rPr lang="en-US" sz="1700" b="0" i="0" u="none" strike="noStrike">
                <a:solidFill>
                  <a:srgbClr val="FFFFFF"/>
                </a:solidFill>
                <a:latin typeface="DungGeunMo"/>
              </a:rPr>
              <a:t> - CH2</a:t>
            </a:r>
          </a:p>
        </p:txBody>
      </p:sp>
      <p:pic>
        <p:nvPicPr>
          <p:cNvPr id="74" name="Picture 9">
            <a:extLst>
              <a:ext uri="{FF2B5EF4-FFF2-40B4-BE49-F238E27FC236}">
                <a16:creationId xmlns:a16="http://schemas.microsoft.com/office/drawing/2014/main" id="{63BC1147-8E63-71B7-49C3-FFEDCDEBBF5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88700" y="6591300"/>
            <a:ext cx="381000" cy="381000"/>
          </a:xfrm>
          <a:prstGeom prst="rect">
            <a:avLst/>
          </a:prstGeom>
        </p:spPr>
      </p:pic>
      <p:pic>
        <p:nvPicPr>
          <p:cNvPr id="75" name="Picture 10">
            <a:extLst>
              <a:ext uri="{FF2B5EF4-FFF2-40B4-BE49-F238E27FC236}">
                <a16:creationId xmlns:a16="http://schemas.microsoft.com/office/drawing/2014/main" id="{F390A413-75A5-DBE1-AB65-18DFC556C06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303000" y="6705600"/>
            <a:ext cx="139700" cy="139700"/>
          </a:xfrm>
          <a:prstGeom prst="rect">
            <a:avLst/>
          </a:prstGeom>
        </p:spPr>
      </p:pic>
      <p:pic>
        <p:nvPicPr>
          <p:cNvPr id="76" name="Picture 9">
            <a:extLst>
              <a:ext uri="{FF2B5EF4-FFF2-40B4-BE49-F238E27FC236}">
                <a16:creationId xmlns:a16="http://schemas.microsoft.com/office/drawing/2014/main" id="{35A2BC6E-A673-C01E-B711-9F58DFB178D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494125" y="3911600"/>
            <a:ext cx="381000" cy="381000"/>
          </a:xfrm>
          <a:prstGeom prst="rect">
            <a:avLst/>
          </a:prstGeom>
        </p:spPr>
      </p:pic>
      <p:pic>
        <p:nvPicPr>
          <p:cNvPr id="77" name="Picture 10">
            <a:extLst>
              <a:ext uri="{FF2B5EF4-FFF2-40B4-BE49-F238E27FC236}">
                <a16:creationId xmlns:a16="http://schemas.microsoft.com/office/drawing/2014/main" id="{91B0978A-42B8-DAA9-B66C-3C93D6480FE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608425" y="4025900"/>
            <a:ext cx="139700" cy="139700"/>
          </a:xfrm>
          <a:prstGeom prst="rect">
            <a:avLst/>
          </a:prstGeom>
        </p:spPr>
      </p:pic>
      <p:pic>
        <p:nvPicPr>
          <p:cNvPr id="17" name="Picture 13">
            <a:extLst>
              <a:ext uri="{FF2B5EF4-FFF2-40B4-BE49-F238E27FC236}">
                <a16:creationId xmlns:a16="http://schemas.microsoft.com/office/drawing/2014/main" id="{C7EE3CAE-83E4-B96E-3F57-B67B8CCD5B5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481425" y="6565900"/>
            <a:ext cx="381000" cy="381000"/>
          </a:xfrm>
          <a:prstGeom prst="rect">
            <a:avLst/>
          </a:prstGeom>
        </p:spPr>
      </p:pic>
      <p:pic>
        <p:nvPicPr>
          <p:cNvPr id="25" name="Picture 14">
            <a:extLst>
              <a:ext uri="{FF2B5EF4-FFF2-40B4-BE49-F238E27FC236}">
                <a16:creationId xmlns:a16="http://schemas.microsoft.com/office/drawing/2014/main" id="{4FEB126A-28AF-8C81-51C7-2FBDCF89811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608425" y="6680200"/>
            <a:ext cx="139700" cy="1397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030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2400" y="4292600"/>
            <a:ext cx="12192000" cy="914400"/>
          </a:xfrm>
          <a:prstGeom prst="rect">
            <a:avLst/>
          </a:prstGeom>
          <a:effectLst>
            <a:outerShdw dist="21045" dir="2760000">
              <a:srgbClr val="000000">
                <a:alpha val="15000"/>
              </a:srgbClr>
            </a:outerShdw>
          </a:effectLst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78400" y="393700"/>
            <a:ext cx="190500" cy="1905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94200" y="393700"/>
            <a:ext cx="215900" cy="2159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-165100" y="6070600"/>
            <a:ext cx="9093200" cy="127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386300" y="393700"/>
            <a:ext cx="215900" cy="2159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79900" y="3492500"/>
            <a:ext cx="215900" cy="2159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45100" y="2286000"/>
            <a:ext cx="12192000" cy="1193800"/>
          </a:xfrm>
          <a:prstGeom prst="rect">
            <a:avLst/>
          </a:prstGeom>
          <a:effectLst>
            <a:outerShdw dist="27678" dir="2760000">
              <a:srgbClr val="000000">
                <a:alpha val="15000"/>
              </a:srgbClr>
            </a:outerShdw>
          </a:effectLst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32400" y="2286000"/>
            <a:ext cx="3124200" cy="50800"/>
          </a:xfrm>
          <a:prstGeom prst="rect">
            <a:avLst/>
          </a:prstGeom>
          <a:effectLst>
            <a:outerShdw dist="1165" dir="2760000">
              <a:srgbClr val="000000">
                <a:alpha val="15000"/>
              </a:srgbClr>
            </a:outerShdw>
          </a:effectLst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42300" y="2819400"/>
            <a:ext cx="546100" cy="635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32400" y="4292600"/>
            <a:ext cx="3124200" cy="50800"/>
          </a:xfrm>
          <a:prstGeom prst="rect">
            <a:avLst/>
          </a:prstGeom>
          <a:effectLst>
            <a:outerShdw dist="1165" dir="2760000">
              <a:srgbClr val="000000">
                <a:alpha val="15000"/>
              </a:srgbClr>
            </a:outerShdw>
          </a:effectLst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42300" y="4737100"/>
            <a:ext cx="546100" cy="635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232400" y="6032500"/>
            <a:ext cx="12192000" cy="2120900"/>
          </a:xfrm>
          <a:prstGeom prst="rect">
            <a:avLst/>
          </a:prstGeom>
          <a:effectLst>
            <a:outerShdw dist="48953" dir="2760000">
              <a:srgbClr val="000000">
                <a:alpha val="15000"/>
              </a:srgbClr>
            </a:outerShdw>
          </a:effectLst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32400" y="6032500"/>
            <a:ext cx="3124200" cy="50800"/>
          </a:xfrm>
          <a:prstGeom prst="rect">
            <a:avLst/>
          </a:prstGeom>
          <a:effectLst>
            <a:outerShdw dist="1165" dir="2760000">
              <a:srgbClr val="000000">
                <a:alpha val="15000"/>
              </a:srgbClr>
            </a:outerShdw>
          </a:effectLst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42300" y="6565900"/>
            <a:ext cx="546100" cy="635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118600" y="6489700"/>
            <a:ext cx="215900" cy="2159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118600" y="7035800"/>
            <a:ext cx="215900" cy="2159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118600" y="7581900"/>
            <a:ext cx="215900" cy="2159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3">
            <a:alphaModFix amt="80000"/>
          </a:blip>
          <a:stretch>
            <a:fillRect/>
          </a:stretch>
        </p:blipFill>
        <p:spPr>
          <a:xfrm>
            <a:off x="863600" y="5080000"/>
            <a:ext cx="647700" cy="762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613400" y="2692400"/>
            <a:ext cx="330200" cy="3302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613400" y="4648200"/>
            <a:ext cx="330200" cy="3302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613400" y="6451600"/>
            <a:ext cx="330200" cy="3302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-101600" y="952500"/>
            <a:ext cx="18491200" cy="5715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16">
            <a:alphaModFix amt="38000"/>
          </a:blip>
          <a:stretch>
            <a:fillRect/>
          </a:stretch>
        </p:blipFill>
        <p:spPr>
          <a:xfrm>
            <a:off x="2921000" y="1143000"/>
            <a:ext cx="177800" cy="1778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17">
            <a:alphaModFix amt="38000"/>
          </a:blip>
          <a:stretch>
            <a:fillRect/>
          </a:stretch>
        </p:blipFill>
        <p:spPr>
          <a:xfrm>
            <a:off x="3632200" y="1130300"/>
            <a:ext cx="215900" cy="215900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18">
            <a:alphaModFix amt="38000"/>
          </a:blip>
          <a:stretch>
            <a:fillRect/>
          </a:stretch>
        </p:blipFill>
        <p:spPr>
          <a:xfrm>
            <a:off x="5880100" y="1143000"/>
            <a:ext cx="228600" cy="190500"/>
          </a:xfrm>
          <a:prstGeom prst="rect">
            <a:avLst/>
          </a:prstGeom>
        </p:spPr>
      </p:pic>
      <p:pic>
        <p:nvPicPr>
          <p:cNvPr id="27" name="Picture 27"/>
          <p:cNvPicPr>
            <a:picLocks noChangeAspect="1"/>
          </p:cNvPicPr>
          <p:nvPr/>
        </p:nvPicPr>
        <p:blipFill>
          <a:blip r:embed="rId19">
            <a:alphaModFix amt="38000"/>
          </a:blip>
          <a:stretch>
            <a:fillRect/>
          </a:stretch>
        </p:blipFill>
        <p:spPr>
          <a:xfrm>
            <a:off x="6629400" y="1143000"/>
            <a:ext cx="190500" cy="190500"/>
          </a:xfrm>
          <a:prstGeom prst="rect">
            <a:avLst/>
          </a:prstGeom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 r:embed="rId20">
            <a:alphaModFix amt="38000"/>
          </a:blip>
          <a:stretch>
            <a:fillRect/>
          </a:stretch>
        </p:blipFill>
        <p:spPr>
          <a:xfrm>
            <a:off x="7340600" y="1143000"/>
            <a:ext cx="254000" cy="177800"/>
          </a:xfrm>
          <a:prstGeom prst="rect">
            <a:avLst/>
          </a:prstGeom>
        </p:spPr>
      </p:pic>
      <p:pic>
        <p:nvPicPr>
          <p:cNvPr id="29" name="Picture 29"/>
          <p:cNvPicPr>
            <a:picLocks noChangeAspect="1"/>
          </p:cNvPicPr>
          <p:nvPr/>
        </p:nvPicPr>
        <p:blipFill>
          <a:blip r:embed="rId21">
            <a:alphaModFix amt="38000"/>
          </a:blip>
          <a:stretch>
            <a:fillRect/>
          </a:stretch>
        </p:blipFill>
        <p:spPr>
          <a:xfrm>
            <a:off x="8115300" y="1143000"/>
            <a:ext cx="177800" cy="177800"/>
          </a:xfrm>
          <a:prstGeom prst="rect">
            <a:avLst/>
          </a:prstGeom>
        </p:spPr>
      </p:pic>
      <p:pic>
        <p:nvPicPr>
          <p:cNvPr id="30" name="Picture 30"/>
          <p:cNvPicPr>
            <a:picLocks noChangeAspect="1"/>
          </p:cNvPicPr>
          <p:nvPr/>
        </p:nvPicPr>
        <p:blipFill>
          <a:blip r:embed="rId22">
            <a:alphaModFix amt="38000"/>
          </a:blip>
          <a:stretch>
            <a:fillRect/>
          </a:stretch>
        </p:blipFill>
        <p:spPr>
          <a:xfrm>
            <a:off x="2222500" y="1143000"/>
            <a:ext cx="177800" cy="190500"/>
          </a:xfrm>
          <a:prstGeom prst="rect">
            <a:avLst/>
          </a:prstGeom>
        </p:spPr>
      </p:pic>
      <p:pic>
        <p:nvPicPr>
          <p:cNvPr id="31" name="Picture 31"/>
          <p:cNvPicPr>
            <a:picLocks noChangeAspect="1"/>
          </p:cNvPicPr>
          <p:nvPr/>
        </p:nvPicPr>
        <p:blipFill>
          <a:blip r:embed="rId23">
            <a:alphaModFix amt="38000"/>
          </a:blip>
          <a:stretch>
            <a:fillRect/>
          </a:stretch>
        </p:blipFill>
        <p:spPr>
          <a:xfrm>
            <a:off x="8826500" y="1130300"/>
            <a:ext cx="215900" cy="215900"/>
          </a:xfrm>
          <a:prstGeom prst="rect">
            <a:avLst/>
          </a:prstGeom>
        </p:spPr>
      </p:pic>
      <p:pic>
        <p:nvPicPr>
          <p:cNvPr id="32" name="Picture 32"/>
          <p:cNvPicPr>
            <a:picLocks noChangeAspect="1"/>
          </p:cNvPicPr>
          <p:nvPr/>
        </p:nvPicPr>
        <p:blipFill>
          <a:blip r:embed="rId24">
            <a:alphaModFix amt="38000"/>
          </a:blip>
          <a:stretch>
            <a:fillRect/>
          </a:stretch>
        </p:blipFill>
        <p:spPr>
          <a:xfrm>
            <a:off x="9550400" y="1143000"/>
            <a:ext cx="190500" cy="190500"/>
          </a:xfrm>
          <a:prstGeom prst="rect">
            <a:avLst/>
          </a:prstGeom>
        </p:spPr>
      </p:pic>
      <p:pic>
        <p:nvPicPr>
          <p:cNvPr id="33" name="Picture 33"/>
          <p:cNvPicPr>
            <a:picLocks noChangeAspect="1"/>
          </p:cNvPicPr>
          <p:nvPr/>
        </p:nvPicPr>
        <p:blipFill>
          <a:blip r:embed="rId25">
            <a:alphaModFix amt="38000"/>
          </a:blip>
          <a:stretch>
            <a:fillRect/>
          </a:stretch>
        </p:blipFill>
        <p:spPr>
          <a:xfrm>
            <a:off x="11734800" y="1143000"/>
            <a:ext cx="190500" cy="190500"/>
          </a:xfrm>
          <a:prstGeom prst="rect">
            <a:avLst/>
          </a:prstGeom>
        </p:spPr>
      </p:pic>
      <p:pic>
        <p:nvPicPr>
          <p:cNvPr id="34" name="Picture 34"/>
          <p:cNvPicPr>
            <a:picLocks noChangeAspect="1"/>
          </p:cNvPicPr>
          <p:nvPr/>
        </p:nvPicPr>
        <p:blipFill>
          <a:blip r:embed="rId26">
            <a:alphaModFix amt="38000"/>
          </a:blip>
          <a:stretch>
            <a:fillRect/>
          </a:stretch>
        </p:blipFill>
        <p:spPr>
          <a:xfrm>
            <a:off x="10985500" y="1117600"/>
            <a:ext cx="228600" cy="228600"/>
          </a:xfrm>
          <a:prstGeom prst="rect">
            <a:avLst/>
          </a:prstGeom>
        </p:spPr>
      </p:pic>
      <p:pic>
        <p:nvPicPr>
          <p:cNvPr id="35" name="Picture 35"/>
          <p:cNvPicPr>
            <a:picLocks noChangeAspect="1"/>
          </p:cNvPicPr>
          <p:nvPr/>
        </p:nvPicPr>
        <p:blipFill>
          <a:blip r:embed="rId27">
            <a:alphaModFix amt="38000"/>
          </a:blip>
          <a:stretch>
            <a:fillRect/>
          </a:stretch>
        </p:blipFill>
        <p:spPr>
          <a:xfrm>
            <a:off x="10261600" y="1143000"/>
            <a:ext cx="190500" cy="190500"/>
          </a:xfrm>
          <a:prstGeom prst="rect">
            <a:avLst/>
          </a:prstGeom>
        </p:spPr>
      </p:pic>
      <p:pic>
        <p:nvPicPr>
          <p:cNvPr id="36" name="Picture 36"/>
          <p:cNvPicPr>
            <a:picLocks noChangeAspect="1"/>
          </p:cNvPicPr>
          <p:nvPr/>
        </p:nvPicPr>
        <p:blipFill>
          <a:blip r:embed="rId28">
            <a:alphaModFix amt="38000"/>
          </a:blip>
          <a:stretch>
            <a:fillRect/>
          </a:stretch>
        </p:blipFill>
        <p:spPr>
          <a:xfrm>
            <a:off x="4356100" y="1104900"/>
            <a:ext cx="266700" cy="266700"/>
          </a:xfrm>
          <a:prstGeom prst="rect">
            <a:avLst/>
          </a:prstGeom>
        </p:spPr>
      </p:pic>
      <p:pic>
        <p:nvPicPr>
          <p:cNvPr id="37" name="Picture 37"/>
          <p:cNvPicPr>
            <a:picLocks noChangeAspect="1"/>
          </p:cNvPicPr>
          <p:nvPr/>
        </p:nvPicPr>
        <p:blipFill>
          <a:blip r:embed="rId29">
            <a:alphaModFix amt="38000"/>
          </a:blip>
          <a:stretch>
            <a:fillRect/>
          </a:stretch>
        </p:blipFill>
        <p:spPr>
          <a:xfrm>
            <a:off x="5143500" y="1130300"/>
            <a:ext cx="215900" cy="215900"/>
          </a:xfrm>
          <a:prstGeom prst="rect">
            <a:avLst/>
          </a:prstGeom>
        </p:spPr>
      </p:pic>
      <p:pic>
        <p:nvPicPr>
          <p:cNvPr id="38" name="Picture 38"/>
          <p:cNvPicPr>
            <a:picLocks noChangeAspect="1"/>
          </p:cNvPicPr>
          <p:nvPr/>
        </p:nvPicPr>
        <p:blipFill>
          <a:blip r:embed="rId30">
            <a:alphaModFix amt="38000"/>
          </a:blip>
          <a:stretch>
            <a:fillRect/>
          </a:stretch>
        </p:blipFill>
        <p:spPr>
          <a:xfrm>
            <a:off x="12446000" y="1143000"/>
            <a:ext cx="190500" cy="177800"/>
          </a:xfrm>
          <a:prstGeom prst="rect">
            <a:avLst/>
          </a:prstGeom>
        </p:spPr>
      </p:pic>
      <p:pic>
        <p:nvPicPr>
          <p:cNvPr id="39" name="Picture 39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876300" y="1181100"/>
            <a:ext cx="127000" cy="127000"/>
          </a:xfrm>
          <a:prstGeom prst="rect">
            <a:avLst/>
          </a:prstGeom>
        </p:spPr>
      </p:pic>
      <p:pic>
        <p:nvPicPr>
          <p:cNvPr id="40" name="Picture 40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079500" y="1181100"/>
            <a:ext cx="127000" cy="127000"/>
          </a:xfrm>
          <a:prstGeom prst="rect">
            <a:avLst/>
          </a:prstGeom>
        </p:spPr>
      </p:pic>
      <p:pic>
        <p:nvPicPr>
          <p:cNvPr id="41" name="Picture 41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1295400" y="1181100"/>
            <a:ext cx="127000" cy="127000"/>
          </a:xfrm>
          <a:prstGeom prst="rect">
            <a:avLst/>
          </a:prstGeom>
        </p:spPr>
      </p:pic>
      <p:sp>
        <p:nvSpPr>
          <p:cNvPr id="42" name="TextBox 42"/>
          <p:cNvSpPr txBox="1"/>
          <p:nvPr/>
        </p:nvSpPr>
        <p:spPr>
          <a:xfrm rot="21600000">
            <a:off x="9461500" y="6362700"/>
            <a:ext cx="8293100" cy="1524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44420"/>
              </a:lnSpc>
            </a:pPr>
            <a:r>
              <a:rPr lang="ko-KR" sz="2400" b="0" i="0" u="none" strike="noStrike" spc="-100">
                <a:solidFill>
                  <a:srgbClr val="FFFFFF"/>
                </a:solidFill>
                <a:ea typeface="DungGeunMo"/>
              </a:rPr>
              <a:t>던전</a:t>
            </a:r>
            <a:r>
              <a:rPr lang="en-US" sz="2400" b="0" i="0" u="none" strike="noStrike" spc="-100">
                <a:solidFill>
                  <a:srgbClr val="FFFFFF"/>
                </a:solidFill>
                <a:latin typeface="DungGeunMo"/>
              </a:rPr>
              <a:t> </a:t>
            </a:r>
            <a:r>
              <a:rPr lang="ko-KR" sz="2400" b="0" i="0" u="none" strike="noStrike" spc="-100">
                <a:solidFill>
                  <a:srgbClr val="FFFFFF"/>
                </a:solidFill>
                <a:ea typeface="DungGeunMo"/>
              </a:rPr>
              <a:t>탐색</a:t>
            </a:r>
            <a:r>
              <a:rPr lang="en-US" sz="2400" b="0" i="0" u="none" strike="noStrike" spc="-100">
                <a:solidFill>
                  <a:srgbClr val="FFFFFF"/>
                </a:solidFill>
                <a:latin typeface="DungGeunMo"/>
              </a:rPr>
              <a:t> </a:t>
            </a:r>
            <a:r>
              <a:rPr lang="ko-KR" sz="2400" b="0" i="0" u="none" strike="noStrike" spc="-100">
                <a:solidFill>
                  <a:srgbClr val="FFFFFF"/>
                </a:solidFill>
                <a:ea typeface="DungGeunMo"/>
              </a:rPr>
              <a:t>기반</a:t>
            </a:r>
            <a:r>
              <a:rPr lang="en-US" sz="2400" b="0" i="0" u="none" strike="noStrike" spc="-100">
                <a:solidFill>
                  <a:srgbClr val="FFFFFF"/>
                </a:solidFill>
                <a:latin typeface="DungGeunMo"/>
              </a:rPr>
              <a:t> </a:t>
            </a:r>
            <a:r>
              <a:rPr lang="ko-KR" sz="2400" b="0" i="0" u="none" strike="noStrike" spc="-100">
                <a:solidFill>
                  <a:srgbClr val="FFFFFF"/>
                </a:solidFill>
                <a:ea typeface="DungGeunMo"/>
              </a:rPr>
              <a:t>로그라이크</a:t>
            </a:r>
            <a:r>
              <a:rPr lang="en-US" sz="2400" b="0" i="0" u="none" strike="noStrike" spc="-100">
                <a:solidFill>
                  <a:srgbClr val="FFFFFF"/>
                </a:solidFill>
                <a:latin typeface="DungGeunMo"/>
              </a:rPr>
              <a:t> + </a:t>
            </a:r>
            <a:r>
              <a:rPr lang="ko-KR" sz="2400" b="0" i="0" u="none" strike="noStrike" spc="-100">
                <a:solidFill>
                  <a:srgbClr val="FFFFFF"/>
                </a:solidFill>
                <a:ea typeface="DungGeunMo"/>
              </a:rPr>
              <a:t>카드</a:t>
            </a:r>
            <a:r>
              <a:rPr lang="en-US" sz="2400" b="0" i="0" u="none" strike="noStrike" spc="-100">
                <a:solidFill>
                  <a:srgbClr val="FFFFFF"/>
                </a:solidFill>
                <a:latin typeface="DungGeunMo"/>
              </a:rPr>
              <a:t> </a:t>
            </a:r>
            <a:r>
              <a:rPr lang="ko-KR" sz="2400" b="0" i="0" u="none" strike="noStrike" spc="-100">
                <a:solidFill>
                  <a:srgbClr val="FFFFFF"/>
                </a:solidFill>
                <a:ea typeface="DungGeunMo"/>
              </a:rPr>
              <a:t>기반</a:t>
            </a:r>
            <a:r>
              <a:rPr lang="en-US" sz="2400" b="0" i="0" u="none" strike="noStrike" spc="-100">
                <a:solidFill>
                  <a:srgbClr val="FFFFFF"/>
                </a:solidFill>
                <a:latin typeface="DungGeunMo"/>
              </a:rPr>
              <a:t> </a:t>
            </a:r>
            <a:r>
              <a:rPr lang="ko-KR" sz="2400" b="0" i="0" u="none" strike="noStrike" spc="-100">
                <a:solidFill>
                  <a:srgbClr val="FFFFFF"/>
                </a:solidFill>
                <a:ea typeface="DungGeunMo"/>
              </a:rPr>
              <a:t>턴제</a:t>
            </a:r>
            <a:r>
              <a:rPr lang="en-US" sz="2400" b="0" i="0" u="none" strike="noStrike" spc="-100">
                <a:solidFill>
                  <a:srgbClr val="FFFFFF"/>
                </a:solidFill>
                <a:latin typeface="DungGeunMo"/>
              </a:rPr>
              <a:t> RPG</a:t>
            </a:r>
          </a:p>
          <a:p>
            <a:pPr lvl="0" algn="l">
              <a:lnSpc>
                <a:spcPct val="144420"/>
              </a:lnSpc>
            </a:pPr>
            <a:r>
              <a:rPr lang="ko-KR" sz="2400" b="0" i="0" u="none" strike="noStrike" spc="-100">
                <a:solidFill>
                  <a:srgbClr val="FFFFFF"/>
                </a:solidFill>
                <a:ea typeface="DungGeunMo"/>
              </a:rPr>
              <a:t>콘솔</a:t>
            </a:r>
            <a:r>
              <a:rPr lang="en-US" sz="2400" b="0" i="0" u="none" strike="noStrike" spc="-100">
                <a:solidFill>
                  <a:srgbClr val="FFFFFF"/>
                </a:solidFill>
                <a:latin typeface="DungGeunMo"/>
              </a:rPr>
              <a:t> </a:t>
            </a:r>
            <a:r>
              <a:rPr lang="ko-KR" sz="2400" b="0" i="0" u="none" strike="noStrike" spc="-100">
                <a:solidFill>
                  <a:srgbClr val="FFFFFF"/>
                </a:solidFill>
                <a:ea typeface="DungGeunMo"/>
              </a:rPr>
              <a:t>출력을</a:t>
            </a:r>
            <a:r>
              <a:rPr lang="en-US" sz="2400" b="0" i="0" u="none" strike="noStrike" spc="-100">
                <a:solidFill>
                  <a:srgbClr val="FFFFFF"/>
                </a:solidFill>
                <a:latin typeface="DungGeunMo"/>
              </a:rPr>
              <a:t> </a:t>
            </a:r>
            <a:r>
              <a:rPr lang="ko-KR" sz="2400" b="0" i="0" u="none" strike="noStrike" spc="-100">
                <a:solidFill>
                  <a:srgbClr val="FFFFFF"/>
                </a:solidFill>
                <a:ea typeface="DungGeunMo"/>
              </a:rPr>
              <a:t>이용한</a:t>
            </a:r>
            <a:r>
              <a:rPr lang="en-US" sz="2400" b="0" i="0" u="none" strike="noStrike" spc="-100">
                <a:solidFill>
                  <a:srgbClr val="FFFFFF"/>
                </a:solidFill>
                <a:latin typeface="DungGeunMo"/>
              </a:rPr>
              <a:t> </a:t>
            </a:r>
            <a:r>
              <a:rPr lang="ko-KR" sz="2400" b="0" i="0" u="none" strike="noStrike" spc="-100">
                <a:solidFill>
                  <a:srgbClr val="FFFFFF"/>
                </a:solidFill>
                <a:ea typeface="DungGeunMo"/>
              </a:rPr>
              <a:t>비트맵</a:t>
            </a:r>
            <a:r>
              <a:rPr lang="en-US" sz="2400" b="0" i="0" u="none" strike="noStrike" spc="-100">
                <a:solidFill>
                  <a:srgbClr val="FFFFFF"/>
                </a:solidFill>
                <a:latin typeface="DungGeunMo"/>
              </a:rPr>
              <a:t> </a:t>
            </a:r>
            <a:r>
              <a:rPr lang="ko-KR" sz="2400" b="0" i="0" u="none" strike="noStrike" spc="-100">
                <a:solidFill>
                  <a:srgbClr val="FFFFFF"/>
                </a:solidFill>
                <a:ea typeface="DungGeunMo"/>
              </a:rPr>
              <a:t>이미지</a:t>
            </a:r>
            <a:r>
              <a:rPr lang="en-US" sz="2400" b="0" i="0" u="none" strike="noStrike" spc="-100">
                <a:solidFill>
                  <a:srgbClr val="FFFFFF"/>
                </a:solidFill>
                <a:latin typeface="DungGeunMo"/>
              </a:rPr>
              <a:t> </a:t>
            </a:r>
            <a:r>
              <a:rPr lang="ko-KR" sz="2400" b="0" i="0" u="none" strike="noStrike" spc="-100">
                <a:solidFill>
                  <a:srgbClr val="FFFFFF"/>
                </a:solidFill>
                <a:ea typeface="DungGeunMo"/>
              </a:rPr>
              <a:t>구현</a:t>
            </a:r>
          </a:p>
          <a:p>
            <a:pPr lvl="0" algn="l">
              <a:lnSpc>
                <a:spcPct val="144420"/>
              </a:lnSpc>
            </a:pPr>
            <a:r>
              <a:rPr lang="ko-KR" sz="2400" b="0" i="0" u="none" strike="noStrike" spc="-100">
                <a:solidFill>
                  <a:srgbClr val="FFFFFF"/>
                </a:solidFill>
                <a:ea typeface="DungGeunMo"/>
              </a:rPr>
              <a:t>라이브러리를</a:t>
            </a:r>
            <a:r>
              <a:rPr lang="en-US" sz="2400" b="0" i="0" u="none" strike="noStrike" spc="-100">
                <a:solidFill>
                  <a:srgbClr val="FFFFFF"/>
                </a:solidFill>
                <a:latin typeface="DungGeunMo"/>
              </a:rPr>
              <a:t> </a:t>
            </a:r>
            <a:r>
              <a:rPr lang="ko-KR" sz="2400" b="0" i="0" u="none" strike="noStrike" spc="-100">
                <a:solidFill>
                  <a:srgbClr val="FFFFFF"/>
                </a:solidFill>
                <a:ea typeface="DungGeunMo"/>
              </a:rPr>
              <a:t>통한</a:t>
            </a:r>
            <a:r>
              <a:rPr lang="en-US" sz="2400" b="0" i="0" u="none" strike="noStrike" spc="-100">
                <a:solidFill>
                  <a:srgbClr val="FFFFFF"/>
                </a:solidFill>
                <a:latin typeface="DungGeunMo"/>
              </a:rPr>
              <a:t> </a:t>
            </a:r>
            <a:r>
              <a:rPr lang="ko-KR" sz="2400" b="0" i="0" u="none" strike="noStrike" spc="-100">
                <a:solidFill>
                  <a:srgbClr val="FFFFFF"/>
                </a:solidFill>
                <a:ea typeface="DungGeunMo"/>
              </a:rPr>
              <a:t>사운드</a:t>
            </a:r>
            <a:r>
              <a:rPr lang="en-US" sz="2400" b="0" i="0" u="none" strike="noStrike" spc="-100">
                <a:solidFill>
                  <a:srgbClr val="FFFFFF"/>
                </a:solidFill>
                <a:latin typeface="DungGeunMo"/>
              </a:rPr>
              <a:t> </a:t>
            </a:r>
            <a:r>
              <a:rPr lang="ko-KR" sz="2400" b="0" i="0" u="none" strike="noStrike" spc="-100">
                <a:solidFill>
                  <a:srgbClr val="FFFFFF"/>
                </a:solidFill>
                <a:ea typeface="DungGeunMo"/>
              </a:rPr>
              <a:t>리소스</a:t>
            </a:r>
            <a:r>
              <a:rPr lang="en-US" sz="2400" b="0" i="0" u="none" strike="noStrike" spc="-100">
                <a:solidFill>
                  <a:srgbClr val="FFFFFF"/>
                </a:solidFill>
                <a:latin typeface="DungGeunMo"/>
              </a:rPr>
              <a:t> </a:t>
            </a:r>
            <a:r>
              <a:rPr lang="ko-KR" sz="2400" b="0" i="0" u="none" strike="noStrike" spc="-100">
                <a:solidFill>
                  <a:srgbClr val="FFFFFF"/>
                </a:solidFill>
                <a:ea typeface="DungGeunMo"/>
              </a:rPr>
              <a:t>활용</a:t>
            </a:r>
          </a:p>
        </p:txBody>
      </p:sp>
      <p:sp>
        <p:nvSpPr>
          <p:cNvPr id="43" name="TextBox 43"/>
          <p:cNvSpPr txBox="1"/>
          <p:nvPr/>
        </p:nvSpPr>
        <p:spPr>
          <a:xfrm rot="21600000">
            <a:off x="5994400" y="6388100"/>
            <a:ext cx="2197100" cy="368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79679"/>
              </a:lnSpc>
            </a:pPr>
            <a:r>
              <a:rPr lang="ko-KR" sz="3000" b="0" i="0" u="none" strike="noStrike" spc="-300">
                <a:solidFill>
                  <a:srgbClr val="3AB429"/>
                </a:solidFill>
                <a:ea typeface="DungGeunMo"/>
              </a:rPr>
              <a:t>게임</a:t>
            </a:r>
            <a:r>
              <a:rPr lang="en-US" sz="3000" b="0" i="0" u="none" strike="noStrike" spc="-300">
                <a:solidFill>
                  <a:srgbClr val="3AB429"/>
                </a:solidFill>
                <a:latin typeface="DungGeunMo"/>
              </a:rPr>
              <a:t> </a:t>
            </a:r>
            <a:r>
              <a:rPr lang="ko-KR" sz="3000" b="0" i="0" u="none" strike="noStrike" spc="-300">
                <a:solidFill>
                  <a:srgbClr val="3AB429"/>
                </a:solidFill>
                <a:ea typeface="DungGeunMo"/>
              </a:rPr>
              <a:t>특징</a:t>
            </a:r>
          </a:p>
        </p:txBody>
      </p:sp>
      <p:sp>
        <p:nvSpPr>
          <p:cNvPr id="44" name="TextBox 44"/>
          <p:cNvSpPr txBox="1"/>
          <p:nvPr/>
        </p:nvSpPr>
        <p:spPr>
          <a:xfrm rot="21600000">
            <a:off x="825500" y="2171700"/>
            <a:ext cx="3606800" cy="1524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79679"/>
              </a:lnSpc>
            </a:pPr>
            <a:r>
              <a:rPr lang="ko-KR" sz="6200" b="0" i="0" u="none" strike="noStrike" spc="-700">
                <a:solidFill>
                  <a:srgbClr val="FFFFFF"/>
                </a:solidFill>
                <a:ea typeface="DungGeunMo"/>
              </a:rPr>
              <a:t>프로젝</a:t>
            </a:r>
            <a:r>
              <a:rPr lang="ko-KR" sz="6200" b="0" i="0" u="none" strike="noStrike" spc="-1900">
                <a:solidFill>
                  <a:srgbClr val="FFFFFF"/>
                </a:solidFill>
                <a:ea typeface="DungGeunMo"/>
              </a:rPr>
              <a:t>트</a:t>
            </a:r>
            <a:r>
              <a:rPr lang="en-US" sz="6200" b="0" i="0" u="none" strike="noStrike" spc="-700">
                <a:solidFill>
                  <a:srgbClr val="FFFFFF"/>
                </a:solidFill>
                <a:latin typeface="DungGeunMo"/>
              </a:rPr>
              <a:t> </a:t>
            </a:r>
          </a:p>
          <a:p>
            <a:pPr lvl="0" algn="l">
              <a:lnSpc>
                <a:spcPct val="79679"/>
              </a:lnSpc>
            </a:pPr>
            <a:r>
              <a:rPr lang="ko-KR" sz="6200" b="0" i="0" u="none" strike="noStrike" spc="-700">
                <a:solidFill>
                  <a:srgbClr val="FFFFFF"/>
                </a:solidFill>
                <a:ea typeface="DungGeunMo"/>
              </a:rPr>
              <a:t>소개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863600" y="3797300"/>
            <a:ext cx="20447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07070"/>
              </a:lnSpc>
            </a:pPr>
            <a:r>
              <a:rPr lang="en-US" sz="1500" b="0" i="0" u="none" strike="noStrike">
                <a:solidFill>
                  <a:srgbClr val="3AB429"/>
                </a:solidFill>
                <a:latin typeface="DungGeunMo"/>
              </a:rPr>
              <a:t>Project outline</a:t>
            </a:r>
          </a:p>
        </p:txBody>
      </p:sp>
      <p:sp>
        <p:nvSpPr>
          <p:cNvPr id="46" name="TextBox 46"/>
          <p:cNvSpPr txBox="1"/>
          <p:nvPr/>
        </p:nvSpPr>
        <p:spPr>
          <a:xfrm rot="21600000">
            <a:off x="9067800" y="2641600"/>
            <a:ext cx="8242300" cy="342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79679"/>
              </a:lnSpc>
            </a:pPr>
            <a:r>
              <a:rPr lang="ko-KR" sz="2800" b="0" i="0" u="none" strike="noStrike" spc="-300">
                <a:solidFill>
                  <a:srgbClr val="FFFFFF"/>
                </a:solidFill>
                <a:ea typeface="DungGeunMo"/>
              </a:rPr>
              <a:t>텍스트</a:t>
            </a:r>
            <a:r>
              <a:rPr lang="en-US" sz="2800" b="0" i="0" u="none" strike="noStrike" spc="-300">
                <a:solidFill>
                  <a:srgbClr val="FFFFFF"/>
                </a:solidFill>
                <a:latin typeface="DungGeunMo"/>
              </a:rPr>
              <a:t> </a:t>
            </a:r>
            <a:r>
              <a:rPr lang="ko-KR" sz="2800" b="0" i="0" u="none" strike="noStrike" spc="-300">
                <a:solidFill>
                  <a:srgbClr val="FFFFFF"/>
                </a:solidFill>
                <a:ea typeface="DungGeunMo"/>
              </a:rPr>
              <a:t>기반</a:t>
            </a:r>
            <a:r>
              <a:rPr lang="en-US" sz="2800" b="0" i="0" u="none" strike="noStrike" spc="-300">
                <a:solidFill>
                  <a:srgbClr val="FFFFFF"/>
                </a:solidFill>
                <a:latin typeface="DungGeunMo"/>
              </a:rPr>
              <a:t> R P G </a:t>
            </a:r>
            <a:r>
              <a:rPr lang="ko-KR" sz="2800" b="0" i="0" u="none" strike="noStrike" spc="-300">
                <a:solidFill>
                  <a:srgbClr val="FFFFFF"/>
                </a:solidFill>
                <a:ea typeface="DungGeunMo"/>
              </a:rPr>
              <a:t>게임</a:t>
            </a:r>
            <a:r>
              <a:rPr lang="en-US" sz="2800" b="0" i="0" u="none" strike="noStrike" spc="-300">
                <a:solidFill>
                  <a:srgbClr val="FFFFFF"/>
                </a:solidFill>
                <a:latin typeface="DungGeunMo"/>
              </a:rPr>
              <a:t> -  InuyashaRescue</a:t>
            </a:r>
          </a:p>
        </p:txBody>
      </p:sp>
      <p:sp>
        <p:nvSpPr>
          <p:cNvPr id="47" name="TextBox 47"/>
          <p:cNvSpPr txBox="1"/>
          <p:nvPr/>
        </p:nvSpPr>
        <p:spPr>
          <a:xfrm rot="21600000">
            <a:off x="5956300" y="2552700"/>
            <a:ext cx="2197100" cy="533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79679"/>
              </a:lnSpc>
            </a:pPr>
            <a:r>
              <a:rPr lang="ko-KR" sz="3000" b="0" i="0" u="none" strike="noStrike" spc="-300">
                <a:solidFill>
                  <a:srgbClr val="3AB429"/>
                </a:solidFill>
                <a:ea typeface="DungGeunMo"/>
              </a:rPr>
              <a:t>프로젝트</a:t>
            </a:r>
            <a:r>
              <a:rPr lang="en-US" sz="3000" b="0" i="0" u="none" strike="noStrike" spc="-300">
                <a:solidFill>
                  <a:srgbClr val="3AB429"/>
                </a:solidFill>
                <a:latin typeface="DungGeunMo"/>
              </a:rPr>
              <a:t> </a:t>
            </a:r>
            <a:r>
              <a:rPr lang="ko-KR" sz="3000" b="0" i="0" u="none" strike="noStrike" spc="-300">
                <a:solidFill>
                  <a:srgbClr val="3AB429"/>
                </a:solidFill>
                <a:ea typeface="DungGeunMo"/>
              </a:rPr>
              <a:t>명</a:t>
            </a:r>
          </a:p>
        </p:txBody>
      </p:sp>
      <p:sp>
        <p:nvSpPr>
          <p:cNvPr id="48" name="TextBox 48"/>
          <p:cNvSpPr txBox="1"/>
          <p:nvPr/>
        </p:nvSpPr>
        <p:spPr>
          <a:xfrm rot="21600000">
            <a:off x="8928100" y="4432300"/>
            <a:ext cx="7010400" cy="571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0390"/>
              </a:lnSpc>
            </a:pPr>
            <a:r>
              <a:rPr lang="en-US" sz="3200" b="0" i="0" u="none" strike="noStrike" spc="300">
                <a:solidFill>
                  <a:srgbClr val="FFFFFF"/>
                </a:solidFill>
                <a:latin typeface="DungGeunMo"/>
              </a:rPr>
              <a:t>2025.09.03 - 09.11</a:t>
            </a:r>
          </a:p>
        </p:txBody>
      </p:sp>
      <p:sp>
        <p:nvSpPr>
          <p:cNvPr id="49" name="TextBox 49"/>
          <p:cNvSpPr txBox="1"/>
          <p:nvPr/>
        </p:nvSpPr>
        <p:spPr>
          <a:xfrm rot="21600000">
            <a:off x="5994400" y="4572000"/>
            <a:ext cx="2197100" cy="368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79679"/>
              </a:lnSpc>
            </a:pPr>
            <a:r>
              <a:rPr lang="ko-KR" sz="3000" b="0" i="0" u="none" strike="noStrike" spc="-300">
                <a:solidFill>
                  <a:srgbClr val="3AB429"/>
                </a:solidFill>
                <a:ea typeface="DungGeunMo"/>
              </a:rPr>
              <a:t>제작</a:t>
            </a:r>
            <a:r>
              <a:rPr lang="en-US" sz="3000" b="0" i="0" u="none" strike="noStrike" spc="-300">
                <a:solidFill>
                  <a:srgbClr val="3AB429"/>
                </a:solidFill>
                <a:latin typeface="DungGeunMo"/>
              </a:rPr>
              <a:t> </a:t>
            </a:r>
            <a:r>
              <a:rPr lang="ko-KR" sz="3000" b="0" i="0" u="none" strike="noStrike" spc="-300">
                <a:solidFill>
                  <a:srgbClr val="3AB429"/>
                </a:solidFill>
                <a:ea typeface="DungGeunMo"/>
              </a:rPr>
              <a:t>일정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863600" y="368300"/>
            <a:ext cx="4394200" cy="304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07070"/>
              </a:lnSpc>
            </a:pPr>
            <a:r>
              <a:rPr lang="en-US" sz="1700" b="0" i="0" u="none" strike="noStrike">
                <a:solidFill>
                  <a:srgbClr val="FFFFFF"/>
                </a:solidFill>
                <a:latin typeface="DungGeunMo"/>
              </a:rPr>
              <a:t>SPARTA </a:t>
            </a:r>
            <a:r>
              <a:rPr lang="ko-KR" sz="1700" b="0" i="0" u="none" strike="noStrike">
                <a:solidFill>
                  <a:srgbClr val="FFFFFF"/>
                </a:solidFill>
                <a:ea typeface="DungGeunMo"/>
              </a:rPr>
              <a:t>내일배움캠프</a:t>
            </a:r>
            <a:r>
              <a:rPr lang="en-US" sz="1700" b="0" i="0" u="none" strike="noStrike">
                <a:solidFill>
                  <a:srgbClr val="FFFFFF"/>
                </a:solidFill>
                <a:latin typeface="DungGeunMo"/>
              </a:rPr>
              <a:t> Unreal 5,6</a:t>
            </a:r>
            <a:r>
              <a:rPr lang="ko-KR" sz="1700" b="0" i="0" u="none" strike="noStrike">
                <a:solidFill>
                  <a:srgbClr val="FFFFFF"/>
                </a:solidFill>
                <a:ea typeface="DungGeunMo"/>
              </a:rPr>
              <a:t>기</a:t>
            </a:r>
            <a:r>
              <a:rPr lang="en-US" sz="1700" b="0" i="0" u="none" strike="noStrike">
                <a:solidFill>
                  <a:srgbClr val="FFFFFF"/>
                </a:solidFill>
                <a:latin typeface="DungGeunMo"/>
              </a:rPr>
              <a:t> - CH2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850900" y="4330700"/>
            <a:ext cx="3225800" cy="254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02919"/>
              </a:lnSpc>
            </a:pPr>
            <a:r>
              <a:rPr lang="ko-KR" sz="1400" b="0" i="0" u="none" strike="noStrike" spc="-100">
                <a:solidFill>
                  <a:srgbClr val="F6F6F6">
                    <a:alpha val="47059"/>
                  </a:srgbClr>
                </a:solidFill>
                <a:ea typeface="Pretendard Regular"/>
              </a:rPr>
              <a:t>던전</a:t>
            </a:r>
            <a:r>
              <a:rPr lang="en-US" sz="1400" b="0" i="0" u="none" strike="noStrike" spc="-100">
                <a:solidFill>
                  <a:srgbClr val="F6F6F6">
                    <a:alpha val="47059"/>
                  </a:srgbClr>
                </a:solidFill>
                <a:latin typeface="Pretendard Regular"/>
              </a:rPr>
              <a:t> </a:t>
            </a:r>
            <a:r>
              <a:rPr lang="ko-KR" sz="1400" b="0" i="0" u="none" strike="noStrike" spc="-100">
                <a:solidFill>
                  <a:srgbClr val="F6F6F6">
                    <a:alpha val="47059"/>
                  </a:srgbClr>
                </a:solidFill>
                <a:ea typeface="Pretendard Regular"/>
              </a:rPr>
              <a:t>탐색</a:t>
            </a:r>
            <a:r>
              <a:rPr lang="en-US" sz="1400" b="0" i="0" u="none" strike="noStrike" spc="-100">
                <a:solidFill>
                  <a:srgbClr val="F6F6F6">
                    <a:alpha val="47059"/>
                  </a:srgbClr>
                </a:solidFill>
                <a:latin typeface="Pretendard Regular"/>
              </a:rPr>
              <a:t> </a:t>
            </a:r>
            <a:r>
              <a:rPr lang="ko-KR" sz="1400" b="0" i="0" u="none" strike="noStrike" spc="-100">
                <a:solidFill>
                  <a:srgbClr val="F6F6F6">
                    <a:alpha val="47059"/>
                  </a:srgbClr>
                </a:solidFill>
                <a:ea typeface="Pretendard Regular"/>
              </a:rPr>
              <a:t>기반의</a:t>
            </a:r>
            <a:r>
              <a:rPr lang="en-US" sz="1400" b="0" i="0" u="none" strike="noStrike" spc="-100">
                <a:solidFill>
                  <a:srgbClr val="F6F6F6">
                    <a:alpha val="47059"/>
                  </a:srgbClr>
                </a:solidFill>
                <a:latin typeface="Pretendard Regular"/>
              </a:rPr>
              <a:t> </a:t>
            </a:r>
            <a:r>
              <a:rPr lang="ko-KR" sz="1400" b="0" i="0" u="none" strike="noStrike" spc="-100">
                <a:solidFill>
                  <a:srgbClr val="F6F6F6">
                    <a:alpha val="47059"/>
                  </a:srgbClr>
                </a:solidFill>
                <a:ea typeface="Pretendard Regular"/>
              </a:rPr>
              <a:t>턴제</a:t>
            </a:r>
            <a:r>
              <a:rPr lang="en-US" sz="1400" b="0" i="0" u="none" strike="noStrike" spc="-100">
                <a:solidFill>
                  <a:srgbClr val="F6F6F6">
                    <a:alpha val="47059"/>
                  </a:srgbClr>
                </a:solidFill>
                <a:latin typeface="Pretendard Regular"/>
              </a:rPr>
              <a:t>  RPG </a:t>
            </a:r>
            <a:r>
              <a:rPr lang="ko-KR" sz="1400" b="0" i="0" u="none" strike="noStrike" spc="-100">
                <a:solidFill>
                  <a:srgbClr val="F6F6F6">
                    <a:alpha val="47059"/>
                  </a:srgbClr>
                </a:solidFill>
                <a:ea typeface="Pretendard Regular"/>
              </a:rPr>
              <a:t>구현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030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78400" y="393700"/>
            <a:ext cx="190500" cy="1905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94200" y="393700"/>
            <a:ext cx="215900" cy="2159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-165100" y="6070600"/>
            <a:ext cx="9093200" cy="12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386300" y="393700"/>
            <a:ext cx="215900" cy="2159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79900" y="3492500"/>
            <a:ext cx="215900" cy="2159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32400" y="2286000"/>
            <a:ext cx="5905500" cy="6858000"/>
          </a:xfrm>
          <a:prstGeom prst="rect">
            <a:avLst/>
          </a:prstGeom>
          <a:effectLst>
            <a:outerShdw dist="136265" dir="2760000">
              <a:srgbClr val="000000">
                <a:alpha val="15000"/>
              </a:srgbClr>
            </a:outerShdw>
          </a:effectLst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22900" y="2476500"/>
            <a:ext cx="5524500" cy="1422400"/>
          </a:xfrm>
          <a:prstGeom prst="rect">
            <a:avLst/>
          </a:prstGeom>
          <a:effectLst>
            <a:outerShdw dist="32942" dir="2760000">
              <a:srgbClr val="000000">
                <a:alpha val="15000"/>
              </a:srgbClr>
            </a:outerShdw>
          </a:effectLst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0900" y="5092700"/>
            <a:ext cx="647700" cy="762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5400000">
            <a:off x="7988300" y="7493000"/>
            <a:ext cx="419100" cy="4191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10800000">
            <a:off x="7950200" y="3771900"/>
            <a:ext cx="482600" cy="2413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-101600" y="952500"/>
            <a:ext cx="18491200" cy="5715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3">
            <a:alphaModFix amt="38000"/>
          </a:blip>
          <a:stretch>
            <a:fillRect/>
          </a:stretch>
        </p:blipFill>
        <p:spPr>
          <a:xfrm>
            <a:off x="2921000" y="1143000"/>
            <a:ext cx="177800" cy="1778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4">
            <a:alphaModFix amt="38000"/>
          </a:blip>
          <a:stretch>
            <a:fillRect/>
          </a:stretch>
        </p:blipFill>
        <p:spPr>
          <a:xfrm>
            <a:off x="3632200" y="1130300"/>
            <a:ext cx="215900" cy="2159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5">
            <a:alphaModFix amt="38000"/>
          </a:blip>
          <a:stretch>
            <a:fillRect/>
          </a:stretch>
        </p:blipFill>
        <p:spPr>
          <a:xfrm>
            <a:off x="5880100" y="1143000"/>
            <a:ext cx="228600" cy="1905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6">
            <a:alphaModFix amt="38000"/>
          </a:blip>
          <a:stretch>
            <a:fillRect/>
          </a:stretch>
        </p:blipFill>
        <p:spPr>
          <a:xfrm>
            <a:off x="6629400" y="1143000"/>
            <a:ext cx="190500" cy="1905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7">
            <a:alphaModFix amt="38000"/>
          </a:blip>
          <a:stretch>
            <a:fillRect/>
          </a:stretch>
        </p:blipFill>
        <p:spPr>
          <a:xfrm>
            <a:off x="7340600" y="1143000"/>
            <a:ext cx="254000" cy="1778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8">
            <a:alphaModFix amt="38000"/>
          </a:blip>
          <a:stretch>
            <a:fillRect/>
          </a:stretch>
        </p:blipFill>
        <p:spPr>
          <a:xfrm>
            <a:off x="8115300" y="1143000"/>
            <a:ext cx="177800" cy="1778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9">
            <a:alphaModFix amt="38000"/>
          </a:blip>
          <a:stretch>
            <a:fillRect/>
          </a:stretch>
        </p:blipFill>
        <p:spPr>
          <a:xfrm>
            <a:off x="2222500" y="1143000"/>
            <a:ext cx="177800" cy="1905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20">
            <a:alphaModFix amt="38000"/>
          </a:blip>
          <a:stretch>
            <a:fillRect/>
          </a:stretch>
        </p:blipFill>
        <p:spPr>
          <a:xfrm>
            <a:off x="8826500" y="1130300"/>
            <a:ext cx="215900" cy="2159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21">
            <a:alphaModFix amt="38000"/>
          </a:blip>
          <a:stretch>
            <a:fillRect/>
          </a:stretch>
        </p:blipFill>
        <p:spPr>
          <a:xfrm>
            <a:off x="9550400" y="1143000"/>
            <a:ext cx="190500" cy="1905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22">
            <a:alphaModFix amt="38000"/>
          </a:blip>
          <a:stretch>
            <a:fillRect/>
          </a:stretch>
        </p:blipFill>
        <p:spPr>
          <a:xfrm>
            <a:off x="11734800" y="1143000"/>
            <a:ext cx="190500" cy="1905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23">
            <a:alphaModFix amt="38000"/>
          </a:blip>
          <a:stretch>
            <a:fillRect/>
          </a:stretch>
        </p:blipFill>
        <p:spPr>
          <a:xfrm>
            <a:off x="10985500" y="1117600"/>
            <a:ext cx="228600" cy="2286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24">
            <a:alphaModFix amt="38000"/>
          </a:blip>
          <a:stretch>
            <a:fillRect/>
          </a:stretch>
        </p:blipFill>
        <p:spPr>
          <a:xfrm>
            <a:off x="10261600" y="1143000"/>
            <a:ext cx="190500" cy="1905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25">
            <a:alphaModFix amt="38000"/>
          </a:blip>
          <a:stretch>
            <a:fillRect/>
          </a:stretch>
        </p:blipFill>
        <p:spPr>
          <a:xfrm>
            <a:off x="4356100" y="1104900"/>
            <a:ext cx="266700" cy="266700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26">
            <a:alphaModFix amt="38000"/>
          </a:blip>
          <a:stretch>
            <a:fillRect/>
          </a:stretch>
        </p:blipFill>
        <p:spPr>
          <a:xfrm>
            <a:off x="5143500" y="1130300"/>
            <a:ext cx="215900" cy="215900"/>
          </a:xfrm>
          <a:prstGeom prst="rect">
            <a:avLst/>
          </a:prstGeom>
        </p:spPr>
      </p:pic>
      <p:pic>
        <p:nvPicPr>
          <p:cNvPr id="27" name="Picture 27"/>
          <p:cNvPicPr>
            <a:picLocks noChangeAspect="1"/>
          </p:cNvPicPr>
          <p:nvPr/>
        </p:nvPicPr>
        <p:blipFill>
          <a:blip r:embed="rId27">
            <a:alphaModFix amt="38000"/>
          </a:blip>
          <a:stretch>
            <a:fillRect/>
          </a:stretch>
        </p:blipFill>
        <p:spPr>
          <a:xfrm>
            <a:off x="12446000" y="1143000"/>
            <a:ext cx="190500" cy="177800"/>
          </a:xfrm>
          <a:prstGeom prst="rect">
            <a:avLst/>
          </a:prstGeom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76300" y="1181100"/>
            <a:ext cx="127000" cy="127000"/>
          </a:xfrm>
          <a:prstGeom prst="rect">
            <a:avLst/>
          </a:prstGeom>
        </p:spPr>
      </p:pic>
      <p:pic>
        <p:nvPicPr>
          <p:cNvPr id="29" name="Picture 29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079500" y="1181100"/>
            <a:ext cx="127000" cy="127000"/>
          </a:xfrm>
          <a:prstGeom prst="rect">
            <a:avLst/>
          </a:prstGeom>
        </p:spPr>
      </p:pic>
      <p:pic>
        <p:nvPicPr>
          <p:cNvPr id="30" name="Picture 30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295400" y="1181100"/>
            <a:ext cx="127000" cy="127000"/>
          </a:xfrm>
          <a:prstGeom prst="rect">
            <a:avLst/>
          </a:prstGeom>
        </p:spPr>
      </p:pic>
      <p:pic>
        <p:nvPicPr>
          <p:cNvPr id="31" name="Picture 3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531600" y="2286000"/>
            <a:ext cx="5905500" cy="6858000"/>
          </a:xfrm>
          <a:prstGeom prst="rect">
            <a:avLst/>
          </a:prstGeom>
          <a:effectLst>
            <a:outerShdw dist="136265" dir="2760000">
              <a:srgbClr val="000000">
                <a:alpha val="15000"/>
              </a:srgbClr>
            </a:outerShdw>
          </a:effectLst>
        </p:spPr>
      </p:pic>
      <p:pic>
        <p:nvPicPr>
          <p:cNvPr id="32" name="Picture 3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722100" y="2476500"/>
            <a:ext cx="5524500" cy="1422400"/>
          </a:xfrm>
          <a:prstGeom prst="rect">
            <a:avLst/>
          </a:prstGeom>
          <a:effectLst>
            <a:outerShdw dist="32942" dir="2760000">
              <a:srgbClr val="000000">
                <a:alpha val="15000"/>
              </a:srgbClr>
            </a:outerShdw>
          </a:effectLst>
        </p:spPr>
      </p:pic>
      <p:pic>
        <p:nvPicPr>
          <p:cNvPr id="33" name="Picture 3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5400000">
            <a:off x="14274800" y="7518400"/>
            <a:ext cx="419100" cy="419100"/>
          </a:xfrm>
          <a:prstGeom prst="rect">
            <a:avLst/>
          </a:prstGeom>
        </p:spPr>
      </p:pic>
      <p:pic>
        <p:nvPicPr>
          <p:cNvPr id="34" name="Picture 3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10800000">
            <a:off x="14249400" y="3771900"/>
            <a:ext cx="482600" cy="241300"/>
          </a:xfrm>
          <a:prstGeom prst="rect">
            <a:avLst/>
          </a:prstGeom>
        </p:spPr>
      </p:pic>
      <p:pic>
        <p:nvPicPr>
          <p:cNvPr id="35" name="Picture 35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6502400" y="4279900"/>
            <a:ext cx="3378200" cy="1854200"/>
          </a:xfrm>
          <a:prstGeom prst="rect">
            <a:avLst/>
          </a:prstGeom>
        </p:spPr>
      </p:pic>
      <p:pic>
        <p:nvPicPr>
          <p:cNvPr id="36" name="Picture 36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3081000" y="4165600"/>
            <a:ext cx="2844800" cy="1968500"/>
          </a:xfrm>
          <a:prstGeom prst="rect">
            <a:avLst/>
          </a:prstGeom>
        </p:spPr>
      </p:pic>
      <p:sp>
        <p:nvSpPr>
          <p:cNvPr id="37" name="TextBox 37"/>
          <p:cNvSpPr txBox="1"/>
          <p:nvPr/>
        </p:nvSpPr>
        <p:spPr>
          <a:xfrm rot="21600000">
            <a:off x="11887200" y="8166100"/>
            <a:ext cx="5321300" cy="520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3789"/>
              </a:lnSpc>
            </a:pPr>
            <a:r>
              <a:rPr lang="ko-KR" sz="2900" b="0" i="0" u="none" strike="noStrike" spc="-300">
                <a:solidFill>
                  <a:srgbClr val="FFFFFF"/>
                </a:solidFill>
                <a:ea typeface="DungGeunMo"/>
              </a:rPr>
              <a:t>카드</a:t>
            </a:r>
            <a:r>
              <a:rPr lang="en-US" sz="2900" b="0" i="0" u="none" strike="noStrike" spc="-300">
                <a:solidFill>
                  <a:srgbClr val="FFFFFF"/>
                </a:solidFill>
                <a:latin typeface="DungGeunMo"/>
              </a:rPr>
              <a:t> </a:t>
            </a:r>
            <a:r>
              <a:rPr lang="ko-KR" sz="2900" b="0" i="0" u="none" strike="noStrike" spc="-300">
                <a:solidFill>
                  <a:srgbClr val="FFFFFF"/>
                </a:solidFill>
                <a:ea typeface="DungGeunMo"/>
              </a:rPr>
              <a:t>기반</a:t>
            </a:r>
            <a:r>
              <a:rPr lang="en-US" sz="2900" b="0" i="0" u="none" strike="noStrike" spc="-300">
                <a:solidFill>
                  <a:srgbClr val="FFFFFF"/>
                </a:solidFill>
                <a:latin typeface="DungGeunMo"/>
              </a:rPr>
              <a:t> </a:t>
            </a:r>
            <a:r>
              <a:rPr lang="ko-KR" sz="2900" b="0" i="0" u="none" strike="noStrike" spc="-300">
                <a:solidFill>
                  <a:srgbClr val="FFFFFF"/>
                </a:solidFill>
                <a:ea typeface="DungGeunMo"/>
              </a:rPr>
              <a:t>턴제</a:t>
            </a:r>
            <a:r>
              <a:rPr lang="en-US" sz="2900" b="0" i="0" u="none" strike="noStrike" spc="-300">
                <a:solidFill>
                  <a:srgbClr val="FFFFFF"/>
                </a:solidFill>
                <a:latin typeface="DungGeunMo"/>
              </a:rPr>
              <a:t> </a:t>
            </a:r>
            <a:r>
              <a:rPr lang="ko-KR" sz="2900" b="0" i="0" u="none" strike="noStrike" spc="-300">
                <a:solidFill>
                  <a:srgbClr val="FFFFFF"/>
                </a:solidFill>
                <a:ea typeface="DungGeunMo"/>
              </a:rPr>
              <a:t>전투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3462000" y="2717800"/>
            <a:ext cx="20447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07070"/>
              </a:lnSpc>
            </a:pPr>
            <a:r>
              <a:rPr lang="en-US" sz="1500" b="0" i="0" u="none" strike="noStrike">
                <a:solidFill>
                  <a:srgbClr val="FFFFFF"/>
                </a:solidFill>
                <a:latin typeface="DungGeunMo"/>
              </a:rPr>
              <a:t>FEATURES 02</a:t>
            </a:r>
          </a:p>
        </p:txBody>
      </p:sp>
      <p:sp>
        <p:nvSpPr>
          <p:cNvPr id="39" name="TextBox 39"/>
          <p:cNvSpPr txBox="1"/>
          <p:nvPr/>
        </p:nvSpPr>
        <p:spPr>
          <a:xfrm rot="21600000">
            <a:off x="825500" y="2171700"/>
            <a:ext cx="3606800" cy="1524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79679"/>
              </a:lnSpc>
            </a:pPr>
            <a:r>
              <a:rPr lang="ko-KR" sz="6200" b="0" i="0" u="none" strike="noStrike" spc="-700">
                <a:solidFill>
                  <a:srgbClr val="FFFFFF"/>
                </a:solidFill>
                <a:ea typeface="DungGeunMo"/>
              </a:rPr>
              <a:t>프로젝</a:t>
            </a:r>
            <a:r>
              <a:rPr lang="ko-KR" sz="6200" b="0" i="0" u="none" strike="noStrike" spc="-1900">
                <a:solidFill>
                  <a:srgbClr val="FFFFFF"/>
                </a:solidFill>
                <a:ea typeface="DungGeunMo"/>
              </a:rPr>
              <a:t>트</a:t>
            </a:r>
            <a:r>
              <a:rPr lang="en-US" sz="6200" b="0" i="0" u="none" strike="noStrike" spc="-700">
                <a:solidFill>
                  <a:srgbClr val="FFFFFF"/>
                </a:solidFill>
                <a:latin typeface="DungGeunMo"/>
              </a:rPr>
              <a:t> </a:t>
            </a:r>
          </a:p>
          <a:p>
            <a:pPr lvl="0" algn="l">
              <a:lnSpc>
                <a:spcPct val="79679"/>
              </a:lnSpc>
            </a:pPr>
            <a:r>
              <a:rPr lang="ko-KR" sz="6200" b="0" i="0" u="none" strike="noStrike" spc="-700">
                <a:solidFill>
                  <a:srgbClr val="FFFFFF"/>
                </a:solidFill>
                <a:ea typeface="DungGeunMo"/>
              </a:rPr>
              <a:t>개요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863600" y="3797300"/>
            <a:ext cx="2044700" cy="254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07070"/>
              </a:lnSpc>
            </a:pPr>
            <a:r>
              <a:rPr lang="en-US" sz="1500" b="0" i="0" u="none" strike="noStrike">
                <a:solidFill>
                  <a:srgbClr val="18A8F1"/>
                </a:solidFill>
                <a:latin typeface="DungGeunMo"/>
              </a:rPr>
              <a:t>Project outline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850900" y="4330700"/>
            <a:ext cx="3225800" cy="254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02919"/>
              </a:lnSpc>
            </a:pPr>
            <a:r>
              <a:rPr lang="ko-KR" sz="1400" b="0" i="0" u="none" strike="noStrike" spc="-100">
                <a:solidFill>
                  <a:srgbClr val="F6F6F6">
                    <a:alpha val="47059"/>
                  </a:srgbClr>
                </a:solidFill>
                <a:ea typeface="Pretendard Regular"/>
              </a:rPr>
              <a:t>던전</a:t>
            </a:r>
            <a:r>
              <a:rPr lang="en-US" sz="1400" b="0" i="0" u="none" strike="noStrike" spc="-100">
                <a:solidFill>
                  <a:srgbClr val="F6F6F6">
                    <a:alpha val="47059"/>
                  </a:srgbClr>
                </a:solidFill>
                <a:latin typeface="Pretendard Regular"/>
              </a:rPr>
              <a:t> </a:t>
            </a:r>
            <a:r>
              <a:rPr lang="ko-KR" sz="1400" b="0" i="0" u="none" strike="noStrike" spc="-100">
                <a:solidFill>
                  <a:srgbClr val="F6F6F6">
                    <a:alpha val="47059"/>
                  </a:srgbClr>
                </a:solidFill>
                <a:ea typeface="Pretendard Regular"/>
              </a:rPr>
              <a:t>탐색</a:t>
            </a:r>
            <a:r>
              <a:rPr lang="en-US" sz="1400" b="0" i="0" u="none" strike="noStrike" spc="-100">
                <a:solidFill>
                  <a:srgbClr val="F6F6F6">
                    <a:alpha val="47059"/>
                  </a:srgbClr>
                </a:solidFill>
                <a:latin typeface="Pretendard Regular"/>
              </a:rPr>
              <a:t> </a:t>
            </a:r>
            <a:r>
              <a:rPr lang="ko-KR" sz="1400" b="0" i="0" u="none" strike="noStrike" spc="-100">
                <a:solidFill>
                  <a:srgbClr val="F6F6F6">
                    <a:alpha val="47059"/>
                  </a:srgbClr>
                </a:solidFill>
                <a:ea typeface="Pretendard Regular"/>
              </a:rPr>
              <a:t>기반의</a:t>
            </a:r>
            <a:r>
              <a:rPr lang="en-US" sz="1400" b="0" i="0" u="none" strike="noStrike" spc="-100">
                <a:solidFill>
                  <a:srgbClr val="F6F6F6">
                    <a:alpha val="47059"/>
                  </a:srgbClr>
                </a:solidFill>
                <a:latin typeface="Pretendard Regular"/>
              </a:rPr>
              <a:t> </a:t>
            </a:r>
            <a:r>
              <a:rPr lang="ko-KR" sz="1400" b="0" i="0" u="none" strike="noStrike" spc="-100">
                <a:solidFill>
                  <a:srgbClr val="F6F6F6">
                    <a:alpha val="47059"/>
                  </a:srgbClr>
                </a:solidFill>
                <a:ea typeface="Pretendard Regular"/>
              </a:rPr>
              <a:t>턴제</a:t>
            </a:r>
            <a:r>
              <a:rPr lang="en-US" sz="1400" b="0" i="0" u="none" strike="noStrike" spc="-100">
                <a:solidFill>
                  <a:srgbClr val="F6F6F6">
                    <a:alpha val="47059"/>
                  </a:srgbClr>
                </a:solidFill>
                <a:latin typeface="Pretendard Regular"/>
              </a:rPr>
              <a:t>  RPG </a:t>
            </a:r>
            <a:r>
              <a:rPr lang="ko-KR" sz="1400" b="0" i="0" u="none" strike="noStrike" spc="-100">
                <a:solidFill>
                  <a:srgbClr val="F6F6F6">
                    <a:alpha val="47059"/>
                  </a:srgbClr>
                </a:solidFill>
                <a:ea typeface="Pretendard Regular"/>
              </a:rPr>
              <a:t>구현</a:t>
            </a:r>
          </a:p>
        </p:txBody>
      </p:sp>
      <p:sp>
        <p:nvSpPr>
          <p:cNvPr id="42" name="TextBox 42"/>
          <p:cNvSpPr txBox="1"/>
          <p:nvPr/>
        </p:nvSpPr>
        <p:spPr>
          <a:xfrm rot="21600000">
            <a:off x="5816600" y="6426200"/>
            <a:ext cx="4737100" cy="952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3789"/>
              </a:lnSpc>
            </a:pPr>
            <a:r>
              <a:rPr lang="ko-KR" sz="2900" b="0" i="0" u="none" strike="noStrike" spc="-300">
                <a:solidFill>
                  <a:srgbClr val="FFFFFF"/>
                </a:solidFill>
                <a:ea typeface="DungGeunMo"/>
              </a:rPr>
              <a:t>게임</a:t>
            </a:r>
            <a:r>
              <a:rPr lang="en-US" sz="2900" b="0" i="0" u="none" strike="noStrike" spc="-300">
                <a:solidFill>
                  <a:srgbClr val="FFFFFF"/>
                </a:solidFill>
                <a:latin typeface="DungGeunMo"/>
              </a:rPr>
              <a:t> </a:t>
            </a:r>
            <a:r>
              <a:rPr lang="ko-KR" sz="2900" b="0" i="0" u="none" strike="noStrike" spc="-300">
                <a:solidFill>
                  <a:srgbClr val="FFFFFF"/>
                </a:solidFill>
                <a:ea typeface="DungGeunMo"/>
              </a:rPr>
              <a:t>시작</a:t>
            </a:r>
            <a:r>
              <a:rPr lang="en-US" sz="2900" b="0" i="0" u="none" strike="noStrike" spc="-300">
                <a:solidFill>
                  <a:srgbClr val="FFFFFF"/>
                </a:solidFill>
                <a:latin typeface="DungGeunMo"/>
              </a:rPr>
              <a:t> </a:t>
            </a:r>
            <a:r>
              <a:rPr lang="ko-KR" sz="2900" b="0" i="0" u="none" strike="noStrike" spc="-300">
                <a:solidFill>
                  <a:srgbClr val="FFFFFF"/>
                </a:solidFill>
                <a:ea typeface="DungGeunMo"/>
              </a:rPr>
              <a:t>시</a:t>
            </a:r>
            <a:r>
              <a:rPr lang="en-US" sz="2900" b="0" i="0" u="none" strike="noStrike" spc="-300">
                <a:solidFill>
                  <a:srgbClr val="FFFFFF"/>
                </a:solidFill>
                <a:latin typeface="DungGeunMo"/>
              </a:rPr>
              <a:t> </a:t>
            </a:r>
          </a:p>
          <a:p>
            <a:pPr lvl="0" algn="ctr">
              <a:lnSpc>
                <a:spcPct val="93789"/>
              </a:lnSpc>
            </a:pPr>
            <a:r>
              <a:rPr lang="ko-KR" sz="2900" b="0" i="0" u="none" strike="noStrike" spc="-300">
                <a:solidFill>
                  <a:srgbClr val="FFFFFF"/>
                </a:solidFill>
                <a:ea typeface="DungGeunMo"/>
              </a:rPr>
              <a:t>무작위</a:t>
            </a:r>
            <a:r>
              <a:rPr lang="en-US" sz="2900" b="0" i="0" u="none" strike="noStrike" spc="-300">
                <a:solidFill>
                  <a:srgbClr val="FFFFFF"/>
                </a:solidFill>
                <a:latin typeface="DungGeunMo"/>
              </a:rPr>
              <a:t> </a:t>
            </a:r>
            <a:r>
              <a:rPr lang="ko-KR" sz="2900" b="0" i="0" u="none" strike="noStrike" spc="-300">
                <a:solidFill>
                  <a:srgbClr val="FFFFFF"/>
                </a:solidFill>
                <a:ea typeface="DungGeunMo"/>
              </a:rPr>
              <a:t>맵</a:t>
            </a:r>
            <a:r>
              <a:rPr lang="en-US" sz="2900" b="0" i="0" u="none" strike="noStrike" spc="-300">
                <a:solidFill>
                  <a:srgbClr val="FFFFFF"/>
                </a:solidFill>
                <a:latin typeface="DungGeunMo"/>
              </a:rPr>
              <a:t> </a:t>
            </a:r>
            <a:r>
              <a:rPr lang="ko-KR" sz="2900" b="0" i="0" u="none" strike="noStrike" spc="-300">
                <a:solidFill>
                  <a:srgbClr val="FFFFFF"/>
                </a:solidFill>
                <a:ea typeface="DungGeunMo"/>
              </a:rPr>
              <a:t>생성</a:t>
            </a:r>
          </a:p>
        </p:txBody>
      </p:sp>
      <p:sp>
        <p:nvSpPr>
          <p:cNvPr id="43" name="TextBox 43"/>
          <p:cNvSpPr txBox="1"/>
          <p:nvPr/>
        </p:nvSpPr>
        <p:spPr>
          <a:xfrm rot="21600000">
            <a:off x="5435600" y="2984500"/>
            <a:ext cx="5511800" cy="482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79679"/>
              </a:lnSpc>
            </a:pPr>
            <a:r>
              <a:rPr lang="ko-KR" sz="4000" b="0" i="0" u="none" strike="noStrike" spc="-400">
                <a:solidFill>
                  <a:srgbClr val="303030"/>
                </a:solidFill>
                <a:ea typeface="DungGeunMo"/>
              </a:rPr>
              <a:t>랜덤</a:t>
            </a:r>
            <a:r>
              <a:rPr lang="en-US" sz="4000" b="0" i="0" u="none" strike="noStrike" spc="-400">
                <a:solidFill>
                  <a:srgbClr val="303030"/>
                </a:solidFill>
                <a:latin typeface="DungGeunMo"/>
              </a:rPr>
              <a:t> </a:t>
            </a:r>
            <a:r>
              <a:rPr lang="ko-KR" sz="4000" b="0" i="0" u="none" strike="noStrike" spc="-400">
                <a:solidFill>
                  <a:srgbClr val="303030"/>
                </a:solidFill>
                <a:ea typeface="DungGeunMo"/>
              </a:rPr>
              <a:t>던전</a:t>
            </a:r>
            <a:r>
              <a:rPr lang="en-US" sz="4000" b="0" i="0" u="none" strike="noStrike" spc="-400">
                <a:solidFill>
                  <a:srgbClr val="303030"/>
                </a:solidFill>
                <a:latin typeface="DungGeunMo"/>
              </a:rPr>
              <a:t> </a:t>
            </a:r>
            <a:r>
              <a:rPr lang="ko-KR" sz="4000" b="0" i="0" u="none" strike="noStrike" spc="-400">
                <a:solidFill>
                  <a:srgbClr val="303030"/>
                </a:solidFill>
                <a:ea typeface="DungGeunMo"/>
              </a:rPr>
              <a:t>탐색</a:t>
            </a:r>
          </a:p>
        </p:txBody>
      </p:sp>
      <p:sp>
        <p:nvSpPr>
          <p:cNvPr id="44" name="TextBox 44"/>
          <p:cNvSpPr txBox="1"/>
          <p:nvPr/>
        </p:nvSpPr>
        <p:spPr>
          <a:xfrm rot="21600000">
            <a:off x="5816600" y="8191500"/>
            <a:ext cx="4737100" cy="520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3789"/>
              </a:lnSpc>
            </a:pPr>
            <a:r>
              <a:rPr lang="ko-KR" sz="2900" b="0" i="0" u="none" strike="noStrike" spc="-300">
                <a:solidFill>
                  <a:srgbClr val="FFFFFF"/>
                </a:solidFill>
                <a:ea typeface="DungGeunMo"/>
              </a:rPr>
              <a:t>절차적</a:t>
            </a:r>
            <a:r>
              <a:rPr lang="en-US" sz="2900" b="0" i="0" u="none" strike="noStrike" spc="-300">
                <a:solidFill>
                  <a:srgbClr val="FFFFFF"/>
                </a:solidFill>
                <a:latin typeface="DungGeunMo"/>
              </a:rPr>
              <a:t> </a:t>
            </a:r>
            <a:r>
              <a:rPr lang="ko-KR" sz="2900" b="0" i="0" u="none" strike="noStrike" spc="-300">
                <a:solidFill>
                  <a:srgbClr val="FFFFFF"/>
                </a:solidFill>
                <a:ea typeface="DungGeunMo"/>
              </a:rPr>
              <a:t>맵</a:t>
            </a:r>
            <a:r>
              <a:rPr lang="en-US" sz="2900" b="0" i="0" u="none" strike="noStrike" spc="-300">
                <a:solidFill>
                  <a:srgbClr val="FFFFFF"/>
                </a:solidFill>
                <a:latin typeface="DungGeunMo"/>
              </a:rPr>
              <a:t> </a:t>
            </a:r>
            <a:r>
              <a:rPr lang="ko-KR" sz="2900" b="0" i="0" u="none" strike="noStrike" spc="-300">
                <a:solidFill>
                  <a:srgbClr val="FFFFFF"/>
                </a:solidFill>
                <a:ea typeface="DungGeunMo"/>
              </a:rPr>
              <a:t>생성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7175500" y="2717800"/>
            <a:ext cx="20447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07070"/>
              </a:lnSpc>
            </a:pPr>
            <a:r>
              <a:rPr lang="en-US" sz="1500" b="0" i="0" u="none" strike="noStrike">
                <a:solidFill>
                  <a:srgbClr val="FFFFFF"/>
                </a:solidFill>
                <a:latin typeface="DungGeunMo"/>
              </a:rPr>
              <a:t>FEATURES 01</a:t>
            </a:r>
          </a:p>
        </p:txBody>
      </p:sp>
      <p:sp>
        <p:nvSpPr>
          <p:cNvPr id="46" name="TextBox 46"/>
          <p:cNvSpPr txBox="1"/>
          <p:nvPr/>
        </p:nvSpPr>
        <p:spPr>
          <a:xfrm rot="21600000">
            <a:off x="12115800" y="6337300"/>
            <a:ext cx="4737100" cy="952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3789"/>
              </a:lnSpc>
            </a:pPr>
            <a:r>
              <a:rPr lang="ko-KR" sz="2900" b="0" i="0" u="none" strike="noStrike" spc="-300">
                <a:solidFill>
                  <a:srgbClr val="FFFFFF"/>
                </a:solidFill>
                <a:ea typeface="DungGeunMo"/>
              </a:rPr>
              <a:t>카드</a:t>
            </a:r>
            <a:r>
              <a:rPr lang="en-US" sz="2900" b="0" i="0" u="none" strike="noStrike" spc="-300">
                <a:solidFill>
                  <a:srgbClr val="FFFFFF"/>
                </a:solidFill>
                <a:latin typeface="DungGeunMo"/>
              </a:rPr>
              <a:t> </a:t>
            </a:r>
            <a:r>
              <a:rPr lang="ko-KR" sz="2900" b="0" i="0" u="none" strike="noStrike" spc="-300">
                <a:solidFill>
                  <a:srgbClr val="FFFFFF"/>
                </a:solidFill>
                <a:ea typeface="DungGeunMo"/>
              </a:rPr>
              <a:t>조합을</a:t>
            </a:r>
            <a:r>
              <a:rPr lang="en-US" sz="2900" b="0" i="0" u="none" strike="noStrike" spc="-300">
                <a:solidFill>
                  <a:srgbClr val="FFFFFF"/>
                </a:solidFill>
                <a:latin typeface="DungGeunMo"/>
              </a:rPr>
              <a:t> </a:t>
            </a:r>
            <a:r>
              <a:rPr lang="ko-KR" sz="2900" b="0" i="0" u="none" strike="noStrike" spc="-300">
                <a:solidFill>
                  <a:srgbClr val="FFFFFF"/>
                </a:solidFill>
                <a:ea typeface="DungGeunMo"/>
              </a:rPr>
              <a:t>통한</a:t>
            </a:r>
          </a:p>
          <a:p>
            <a:pPr lvl="0" algn="ctr">
              <a:lnSpc>
                <a:spcPct val="93789"/>
              </a:lnSpc>
            </a:pPr>
            <a:r>
              <a:rPr lang="ko-KR" sz="2900" b="0" i="0" u="none" strike="noStrike">
                <a:solidFill>
                  <a:srgbClr val="FFFFFF"/>
                </a:solidFill>
                <a:ea typeface="DungGeunMo"/>
              </a:rPr>
              <a:t>행동</a:t>
            </a:r>
            <a:r>
              <a:rPr lang="en-US" sz="2900" b="0" i="0" u="none" strike="noStrike">
                <a:solidFill>
                  <a:srgbClr val="FFFFFF"/>
                </a:solidFill>
                <a:latin typeface="DungGeunMo"/>
              </a:rPr>
              <a:t> </a:t>
            </a:r>
            <a:r>
              <a:rPr lang="ko-KR" sz="2900" b="0" i="0" u="none" strike="noStrike">
                <a:solidFill>
                  <a:srgbClr val="FFFFFF"/>
                </a:solidFill>
                <a:ea typeface="DungGeunMo"/>
              </a:rPr>
              <a:t>패턴</a:t>
            </a:r>
            <a:r>
              <a:rPr lang="en-US" sz="2900" b="0" i="0" u="none" strike="noStrike">
                <a:solidFill>
                  <a:srgbClr val="FFFFFF"/>
                </a:solidFill>
                <a:latin typeface="DungGeunMo"/>
              </a:rPr>
              <a:t> </a:t>
            </a:r>
            <a:r>
              <a:rPr lang="ko-KR" sz="2900" b="0" i="0" u="none" strike="noStrike">
                <a:solidFill>
                  <a:srgbClr val="FFFFFF"/>
                </a:solidFill>
                <a:ea typeface="DungGeunMo"/>
              </a:rPr>
              <a:t>결정</a:t>
            </a:r>
          </a:p>
        </p:txBody>
      </p:sp>
      <p:sp>
        <p:nvSpPr>
          <p:cNvPr id="47" name="TextBox 47"/>
          <p:cNvSpPr txBox="1"/>
          <p:nvPr/>
        </p:nvSpPr>
        <p:spPr>
          <a:xfrm rot="21600000">
            <a:off x="12230100" y="3009900"/>
            <a:ext cx="4508500" cy="482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79679"/>
              </a:lnSpc>
            </a:pPr>
            <a:r>
              <a:rPr lang="ko-KR" sz="4000" b="0" i="0" u="none" strike="noStrike" spc="-500">
                <a:solidFill>
                  <a:srgbClr val="303030"/>
                </a:solidFill>
                <a:ea typeface="DungGeunMo"/>
              </a:rPr>
              <a:t>카드</a:t>
            </a:r>
            <a:r>
              <a:rPr lang="en-US" sz="4000" b="0" i="0" u="none" strike="noStrike" spc="-500">
                <a:solidFill>
                  <a:srgbClr val="303030"/>
                </a:solidFill>
                <a:latin typeface="DungGeunMo"/>
              </a:rPr>
              <a:t> </a:t>
            </a:r>
            <a:r>
              <a:rPr lang="ko-KR" sz="4000" b="0" i="0" u="none" strike="noStrike" spc="-500">
                <a:solidFill>
                  <a:srgbClr val="303030"/>
                </a:solidFill>
                <a:ea typeface="DungGeunMo"/>
              </a:rPr>
              <a:t>기반</a:t>
            </a:r>
            <a:r>
              <a:rPr lang="en-US" sz="4000" b="0" i="0" u="none" strike="noStrike" spc="-500">
                <a:solidFill>
                  <a:srgbClr val="303030"/>
                </a:solidFill>
                <a:latin typeface="DungGeunMo"/>
              </a:rPr>
              <a:t> </a:t>
            </a:r>
            <a:r>
              <a:rPr lang="ko-KR" sz="4000" b="0" i="0" u="none" strike="noStrike" spc="-500">
                <a:solidFill>
                  <a:srgbClr val="303030"/>
                </a:solidFill>
                <a:ea typeface="DungGeunMo"/>
              </a:rPr>
              <a:t>턴제</a:t>
            </a:r>
            <a:r>
              <a:rPr lang="en-US" sz="4000" b="0" i="0" u="none" strike="noStrike" spc="-500">
                <a:solidFill>
                  <a:srgbClr val="303030"/>
                </a:solidFill>
                <a:latin typeface="DungGeunMo"/>
              </a:rPr>
              <a:t> </a:t>
            </a:r>
            <a:r>
              <a:rPr lang="ko-KR" sz="4000" b="0" i="0" u="none" strike="noStrike" spc="-500">
                <a:solidFill>
                  <a:srgbClr val="303030"/>
                </a:solidFill>
                <a:ea typeface="DungGeunMo"/>
              </a:rPr>
              <a:t>전투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863600" y="368300"/>
            <a:ext cx="4394200" cy="304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07070"/>
              </a:lnSpc>
            </a:pPr>
            <a:r>
              <a:rPr lang="en-US" sz="1700" b="0" i="0" u="none" strike="noStrike">
                <a:solidFill>
                  <a:srgbClr val="FFFFFF"/>
                </a:solidFill>
                <a:latin typeface="DungGeunMo"/>
              </a:rPr>
              <a:t>SPARTA </a:t>
            </a:r>
            <a:r>
              <a:rPr lang="ko-KR" sz="1700" b="0" i="0" u="none" strike="noStrike">
                <a:solidFill>
                  <a:srgbClr val="FFFFFF"/>
                </a:solidFill>
                <a:ea typeface="DungGeunMo"/>
              </a:rPr>
              <a:t>내일배움캠프</a:t>
            </a:r>
            <a:r>
              <a:rPr lang="en-US" sz="1700" b="0" i="0" u="none" strike="noStrike">
                <a:solidFill>
                  <a:srgbClr val="FFFFFF"/>
                </a:solidFill>
                <a:latin typeface="DungGeunMo"/>
              </a:rPr>
              <a:t> Unreal 5,6</a:t>
            </a:r>
            <a:r>
              <a:rPr lang="ko-KR" sz="1700" b="0" i="0" u="none" strike="noStrike">
                <a:solidFill>
                  <a:srgbClr val="FFFFFF"/>
                </a:solidFill>
                <a:ea typeface="DungGeunMo"/>
              </a:rPr>
              <a:t>기</a:t>
            </a:r>
            <a:r>
              <a:rPr lang="en-US" sz="1700" b="0" i="0" u="none" strike="noStrike">
                <a:solidFill>
                  <a:srgbClr val="FFFFFF"/>
                </a:solidFill>
                <a:latin typeface="DungGeunMo"/>
              </a:rPr>
              <a:t> - CH2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030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78400" y="393700"/>
            <a:ext cx="190500" cy="1905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94200" y="393700"/>
            <a:ext cx="215900" cy="2159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-165100" y="6070600"/>
            <a:ext cx="9093200" cy="12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386300" y="393700"/>
            <a:ext cx="215900" cy="2159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79900" y="3492500"/>
            <a:ext cx="215900" cy="2159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>
            <a:alphaModFix amt="80000"/>
          </a:blip>
          <a:stretch>
            <a:fillRect/>
          </a:stretch>
        </p:blipFill>
        <p:spPr>
          <a:xfrm>
            <a:off x="863600" y="5080000"/>
            <a:ext cx="647700" cy="762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101600" y="952500"/>
            <a:ext cx="18491200" cy="5715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>
            <a:alphaModFix amt="38000"/>
          </a:blip>
          <a:stretch>
            <a:fillRect/>
          </a:stretch>
        </p:blipFill>
        <p:spPr>
          <a:xfrm>
            <a:off x="2921000" y="1143000"/>
            <a:ext cx="177800" cy="1778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>
            <a:alphaModFix amt="38000"/>
          </a:blip>
          <a:stretch>
            <a:fillRect/>
          </a:stretch>
        </p:blipFill>
        <p:spPr>
          <a:xfrm>
            <a:off x="3632200" y="1130300"/>
            <a:ext cx="215900" cy="2159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>
            <a:alphaModFix amt="38000"/>
          </a:blip>
          <a:stretch>
            <a:fillRect/>
          </a:stretch>
        </p:blipFill>
        <p:spPr>
          <a:xfrm>
            <a:off x="5880100" y="1143000"/>
            <a:ext cx="228600" cy="1905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>
            <a:alphaModFix amt="38000"/>
          </a:blip>
          <a:stretch>
            <a:fillRect/>
          </a:stretch>
        </p:blipFill>
        <p:spPr>
          <a:xfrm>
            <a:off x="6629400" y="1143000"/>
            <a:ext cx="190500" cy="1905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3">
            <a:alphaModFix amt="38000"/>
          </a:blip>
          <a:stretch>
            <a:fillRect/>
          </a:stretch>
        </p:blipFill>
        <p:spPr>
          <a:xfrm>
            <a:off x="7340600" y="1143000"/>
            <a:ext cx="254000" cy="1778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4">
            <a:alphaModFix amt="38000"/>
          </a:blip>
          <a:stretch>
            <a:fillRect/>
          </a:stretch>
        </p:blipFill>
        <p:spPr>
          <a:xfrm>
            <a:off x="8115300" y="1143000"/>
            <a:ext cx="177800" cy="1778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5">
            <a:alphaModFix amt="38000"/>
          </a:blip>
          <a:stretch>
            <a:fillRect/>
          </a:stretch>
        </p:blipFill>
        <p:spPr>
          <a:xfrm>
            <a:off x="2222500" y="1143000"/>
            <a:ext cx="177800" cy="1905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6">
            <a:alphaModFix amt="38000"/>
          </a:blip>
          <a:stretch>
            <a:fillRect/>
          </a:stretch>
        </p:blipFill>
        <p:spPr>
          <a:xfrm>
            <a:off x="8826500" y="1130300"/>
            <a:ext cx="215900" cy="2159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7">
            <a:alphaModFix amt="38000"/>
          </a:blip>
          <a:stretch>
            <a:fillRect/>
          </a:stretch>
        </p:blipFill>
        <p:spPr>
          <a:xfrm>
            <a:off x="9550400" y="1143000"/>
            <a:ext cx="190500" cy="1905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8">
            <a:alphaModFix amt="38000"/>
          </a:blip>
          <a:stretch>
            <a:fillRect/>
          </a:stretch>
        </p:blipFill>
        <p:spPr>
          <a:xfrm>
            <a:off x="11734800" y="1143000"/>
            <a:ext cx="190500" cy="1905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9">
            <a:alphaModFix amt="38000"/>
          </a:blip>
          <a:stretch>
            <a:fillRect/>
          </a:stretch>
        </p:blipFill>
        <p:spPr>
          <a:xfrm>
            <a:off x="10985500" y="1117600"/>
            <a:ext cx="228600" cy="2286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20">
            <a:alphaModFix amt="38000"/>
          </a:blip>
          <a:stretch>
            <a:fillRect/>
          </a:stretch>
        </p:blipFill>
        <p:spPr>
          <a:xfrm>
            <a:off x="10261600" y="1143000"/>
            <a:ext cx="190500" cy="1905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21">
            <a:alphaModFix amt="38000"/>
          </a:blip>
          <a:stretch>
            <a:fillRect/>
          </a:stretch>
        </p:blipFill>
        <p:spPr>
          <a:xfrm>
            <a:off x="4356100" y="1104900"/>
            <a:ext cx="266700" cy="2667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22">
            <a:alphaModFix amt="38000"/>
          </a:blip>
          <a:stretch>
            <a:fillRect/>
          </a:stretch>
        </p:blipFill>
        <p:spPr>
          <a:xfrm>
            <a:off x="5143500" y="1130300"/>
            <a:ext cx="215900" cy="2159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23">
            <a:alphaModFix amt="38000"/>
          </a:blip>
          <a:stretch>
            <a:fillRect/>
          </a:stretch>
        </p:blipFill>
        <p:spPr>
          <a:xfrm>
            <a:off x="12446000" y="1143000"/>
            <a:ext cx="190500" cy="1778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76300" y="1181100"/>
            <a:ext cx="127000" cy="1270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079500" y="1181100"/>
            <a:ext cx="127000" cy="127000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295400" y="1181100"/>
            <a:ext cx="127000" cy="127000"/>
          </a:xfrm>
          <a:prstGeom prst="rect">
            <a:avLst/>
          </a:prstGeom>
        </p:spPr>
      </p:pic>
      <p:pic>
        <p:nvPicPr>
          <p:cNvPr id="27" name="Picture 27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4737100" y="3200400"/>
            <a:ext cx="3797300" cy="2895600"/>
          </a:xfrm>
          <a:prstGeom prst="rect">
            <a:avLst/>
          </a:prstGeom>
          <a:effectLst>
            <a:outerShdw dist="66915" dir="2760000">
              <a:srgbClr val="000000">
                <a:alpha val="15000"/>
              </a:srgbClr>
            </a:outerShdw>
          </a:effectLst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4737100" y="3200400"/>
            <a:ext cx="3797300" cy="50800"/>
          </a:xfrm>
          <a:prstGeom prst="rect">
            <a:avLst/>
          </a:prstGeom>
          <a:effectLst>
            <a:outerShdw dist="1165" dir="2760000">
              <a:srgbClr val="000000">
                <a:alpha val="15000"/>
              </a:srgbClr>
            </a:outerShdw>
          </a:effectLst>
        </p:spPr>
      </p:pic>
      <p:pic>
        <p:nvPicPr>
          <p:cNvPr id="29" name="Picture 29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4737100" y="8445500"/>
            <a:ext cx="3797300" cy="50800"/>
          </a:xfrm>
          <a:prstGeom prst="rect">
            <a:avLst/>
          </a:prstGeom>
          <a:effectLst>
            <a:outerShdw dist="1165" dir="2760000">
              <a:srgbClr val="000000">
                <a:alpha val="15000"/>
              </a:srgbClr>
            </a:outerShdw>
          </a:effectLst>
        </p:spPr>
      </p:pic>
      <p:pic>
        <p:nvPicPr>
          <p:cNvPr id="30" name="Picture 30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9512300" y="3200400"/>
            <a:ext cx="3797300" cy="2895600"/>
          </a:xfrm>
          <a:prstGeom prst="rect">
            <a:avLst/>
          </a:prstGeom>
          <a:effectLst>
            <a:outerShdw dist="66915" dir="2760000">
              <a:srgbClr val="000000">
                <a:alpha val="15000"/>
              </a:srgbClr>
            </a:outerShdw>
          </a:effectLst>
        </p:spPr>
      </p:pic>
      <p:pic>
        <p:nvPicPr>
          <p:cNvPr id="31" name="Picture 31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9512300" y="3200400"/>
            <a:ext cx="3797300" cy="50800"/>
          </a:xfrm>
          <a:prstGeom prst="rect">
            <a:avLst/>
          </a:prstGeom>
          <a:effectLst>
            <a:outerShdw dist="1165" dir="2760000">
              <a:srgbClr val="000000">
                <a:alpha val="15000"/>
              </a:srgbClr>
            </a:outerShdw>
          </a:effectLst>
        </p:spPr>
      </p:pic>
      <p:pic>
        <p:nvPicPr>
          <p:cNvPr id="32" name="Picture 32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9512300" y="8445500"/>
            <a:ext cx="3797300" cy="50800"/>
          </a:xfrm>
          <a:prstGeom prst="rect">
            <a:avLst/>
          </a:prstGeom>
          <a:effectLst>
            <a:outerShdw dist="1165" dir="2760000">
              <a:srgbClr val="000000">
                <a:alpha val="15000"/>
              </a:srgbClr>
            </a:outerShdw>
          </a:effectLst>
        </p:spPr>
      </p:pic>
      <p:pic>
        <p:nvPicPr>
          <p:cNvPr id="33" name="Picture 33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4185900" y="3200400"/>
            <a:ext cx="3797300" cy="2895600"/>
          </a:xfrm>
          <a:prstGeom prst="rect">
            <a:avLst/>
          </a:prstGeom>
          <a:effectLst>
            <a:outerShdw dist="66915" dir="2760000">
              <a:srgbClr val="000000">
                <a:alpha val="15000"/>
              </a:srgbClr>
            </a:outerShdw>
          </a:effectLst>
        </p:spPr>
      </p:pic>
      <p:pic>
        <p:nvPicPr>
          <p:cNvPr id="34" name="Picture 34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4185900" y="3200400"/>
            <a:ext cx="3797300" cy="50800"/>
          </a:xfrm>
          <a:prstGeom prst="rect">
            <a:avLst/>
          </a:prstGeom>
          <a:effectLst>
            <a:outerShdw dist="1165" dir="2760000">
              <a:srgbClr val="000000">
                <a:alpha val="15000"/>
              </a:srgbClr>
            </a:outerShdw>
          </a:effectLst>
        </p:spPr>
      </p:pic>
      <p:pic>
        <p:nvPicPr>
          <p:cNvPr id="35" name="Picture 35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4185900" y="8432800"/>
            <a:ext cx="3797300" cy="50800"/>
          </a:xfrm>
          <a:prstGeom prst="rect">
            <a:avLst/>
          </a:prstGeom>
          <a:effectLst>
            <a:outerShdw dist="1165" dir="2760000">
              <a:srgbClr val="000000">
                <a:alpha val="15000"/>
              </a:srgbClr>
            </a:outerShdw>
          </a:effectLst>
        </p:spPr>
      </p:pic>
      <p:pic>
        <p:nvPicPr>
          <p:cNvPr id="36" name="Picture 36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5943600" y="4902200"/>
            <a:ext cx="1371600" cy="800100"/>
          </a:xfrm>
          <a:prstGeom prst="rect">
            <a:avLst/>
          </a:prstGeom>
        </p:spPr>
      </p:pic>
      <p:pic>
        <p:nvPicPr>
          <p:cNvPr id="37" name="Picture 37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1010900" y="4889500"/>
            <a:ext cx="965200" cy="914400"/>
          </a:xfrm>
          <a:prstGeom prst="rect">
            <a:avLst/>
          </a:prstGeom>
        </p:spPr>
      </p:pic>
      <p:pic>
        <p:nvPicPr>
          <p:cNvPr id="38" name="Picture 38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5544800" y="4762500"/>
            <a:ext cx="1231900" cy="1231900"/>
          </a:xfrm>
          <a:prstGeom prst="rect">
            <a:avLst/>
          </a:prstGeom>
        </p:spPr>
      </p:pic>
      <p:pic>
        <p:nvPicPr>
          <p:cNvPr id="39" name="Picture 39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 rot="60000">
            <a:off x="8839200" y="5867400"/>
            <a:ext cx="419100" cy="419100"/>
          </a:xfrm>
          <a:prstGeom prst="rect">
            <a:avLst/>
          </a:prstGeom>
        </p:spPr>
      </p:pic>
      <p:pic>
        <p:nvPicPr>
          <p:cNvPr id="40" name="Picture 40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 rot="60000">
            <a:off x="13563600" y="5867400"/>
            <a:ext cx="419100" cy="419100"/>
          </a:xfrm>
          <a:prstGeom prst="rect">
            <a:avLst/>
          </a:prstGeom>
        </p:spPr>
      </p:pic>
      <p:sp>
        <p:nvSpPr>
          <p:cNvPr id="41" name="TextBox 41"/>
          <p:cNvSpPr txBox="1"/>
          <p:nvPr/>
        </p:nvSpPr>
        <p:spPr>
          <a:xfrm rot="21600000">
            <a:off x="14655800" y="4089400"/>
            <a:ext cx="2857500" cy="558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79679"/>
              </a:lnSpc>
            </a:pPr>
            <a:r>
              <a:rPr lang="ko-KR" sz="4600" b="0" i="0" u="none" strike="noStrike" spc="-200">
                <a:solidFill>
                  <a:srgbClr val="3AB429"/>
                </a:solidFill>
                <a:ea typeface="DungGeunMo"/>
              </a:rPr>
              <a:t>전투</a:t>
            </a:r>
          </a:p>
        </p:txBody>
      </p:sp>
      <p:sp>
        <p:nvSpPr>
          <p:cNvPr id="42" name="TextBox 42"/>
          <p:cNvSpPr txBox="1"/>
          <p:nvPr/>
        </p:nvSpPr>
        <p:spPr>
          <a:xfrm rot="21600000">
            <a:off x="14414500" y="7112000"/>
            <a:ext cx="3441700" cy="1231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8770"/>
              </a:lnSpc>
            </a:pPr>
            <a:r>
              <a:rPr lang="ko-KR" sz="2000" b="0" i="0" u="none" strike="noStrike" spc="-100">
                <a:solidFill>
                  <a:srgbClr val="FFFFFF"/>
                </a:solidFill>
                <a:ea typeface="DungGeunMo"/>
              </a:rPr>
              <a:t>공격</a:t>
            </a:r>
            <a:r>
              <a:rPr lang="en-US" sz="2000" b="0" i="0" u="none" strike="noStrike" spc="-100">
                <a:solidFill>
                  <a:srgbClr val="FFFFFF"/>
                </a:solidFill>
                <a:latin typeface="DungGeunMo"/>
              </a:rPr>
              <a:t>, </a:t>
            </a:r>
            <a:r>
              <a:rPr lang="ko-KR" sz="2000" b="0" i="0" u="none" strike="noStrike" spc="-100">
                <a:solidFill>
                  <a:srgbClr val="FFFFFF"/>
                </a:solidFill>
                <a:ea typeface="DungGeunMo"/>
              </a:rPr>
              <a:t>이동</a:t>
            </a:r>
            <a:r>
              <a:rPr lang="en-US" sz="2000" b="0" i="0" u="none" strike="noStrike" spc="-100">
                <a:solidFill>
                  <a:srgbClr val="FFFFFF"/>
                </a:solidFill>
                <a:latin typeface="DungGeunMo"/>
              </a:rPr>
              <a:t> </a:t>
            </a:r>
            <a:r>
              <a:rPr lang="ko-KR" sz="2000" b="0" i="0" u="none" strike="noStrike" spc="-100">
                <a:solidFill>
                  <a:srgbClr val="FFFFFF"/>
                </a:solidFill>
                <a:ea typeface="DungGeunMo"/>
              </a:rPr>
              <a:t>카드</a:t>
            </a:r>
            <a:r>
              <a:rPr lang="en-US" sz="2000" b="0" i="0" u="none" strike="noStrike" spc="-100">
                <a:solidFill>
                  <a:srgbClr val="FFFFFF"/>
                </a:solidFill>
                <a:latin typeface="DungGeunMo"/>
              </a:rPr>
              <a:t> </a:t>
            </a:r>
            <a:r>
              <a:rPr lang="ko-KR" sz="2000" b="0" i="0" u="none" strike="noStrike" spc="-100">
                <a:solidFill>
                  <a:srgbClr val="FFFFFF"/>
                </a:solidFill>
                <a:ea typeface="DungGeunMo"/>
              </a:rPr>
              <a:t>등을</a:t>
            </a:r>
            <a:r>
              <a:rPr lang="en-US" sz="2000" b="0" i="0" u="none" strike="noStrike" spc="-100">
                <a:solidFill>
                  <a:srgbClr val="FFFFFF"/>
                </a:solidFill>
                <a:latin typeface="DungGeunMo"/>
              </a:rPr>
              <a:t> </a:t>
            </a:r>
          </a:p>
          <a:p>
            <a:pPr lvl="0" algn="ctr">
              <a:lnSpc>
                <a:spcPct val="98770"/>
              </a:lnSpc>
            </a:pPr>
            <a:r>
              <a:rPr lang="ko-KR" sz="2000" b="0" i="0" u="none" strike="noStrike" spc="-100">
                <a:solidFill>
                  <a:srgbClr val="FFFFFF"/>
                </a:solidFill>
                <a:ea typeface="DungGeunMo"/>
              </a:rPr>
              <a:t>조합하여</a:t>
            </a:r>
            <a:r>
              <a:rPr lang="en-US" sz="2000" b="0" i="0" u="none" strike="noStrike" spc="-100">
                <a:solidFill>
                  <a:srgbClr val="FFFFFF"/>
                </a:solidFill>
                <a:latin typeface="DungGeunMo"/>
              </a:rPr>
              <a:t> </a:t>
            </a:r>
            <a:r>
              <a:rPr lang="ko-KR" sz="2000" b="0" i="0" u="none" strike="noStrike" spc="-100">
                <a:solidFill>
                  <a:srgbClr val="FFFFFF"/>
                </a:solidFill>
                <a:ea typeface="DungGeunMo"/>
              </a:rPr>
              <a:t>전략을</a:t>
            </a:r>
            <a:r>
              <a:rPr lang="en-US" sz="2000" b="0" i="0" u="none" strike="noStrike" spc="-100">
                <a:solidFill>
                  <a:srgbClr val="FFFFFF"/>
                </a:solidFill>
                <a:latin typeface="DungGeunMo"/>
              </a:rPr>
              <a:t> </a:t>
            </a:r>
            <a:r>
              <a:rPr lang="ko-KR" sz="2000" b="0" i="0" u="none" strike="noStrike" spc="-100">
                <a:solidFill>
                  <a:srgbClr val="FFFFFF"/>
                </a:solidFill>
                <a:ea typeface="DungGeunMo"/>
              </a:rPr>
              <a:t>결정</a:t>
            </a:r>
            <a:r>
              <a:rPr lang="en-US" sz="2000" b="0" i="0" u="none" strike="noStrike" spc="-100">
                <a:solidFill>
                  <a:srgbClr val="FFFFFF"/>
                </a:solidFill>
                <a:latin typeface="DungGeunMo"/>
              </a:rPr>
              <a:t>,</a:t>
            </a:r>
          </a:p>
          <a:p>
            <a:pPr lvl="0" algn="ctr">
              <a:lnSpc>
                <a:spcPct val="98770"/>
              </a:lnSpc>
            </a:pPr>
            <a:r>
              <a:rPr lang="ko-KR" sz="2000" b="0" i="0" u="none" strike="noStrike" spc="-100">
                <a:solidFill>
                  <a:srgbClr val="FFFFFF"/>
                </a:solidFill>
                <a:ea typeface="DungGeunMo"/>
              </a:rPr>
              <a:t>그리드</a:t>
            </a:r>
            <a:r>
              <a:rPr lang="en-US" sz="2000" b="0" i="0" u="none" strike="noStrike" spc="-100">
                <a:solidFill>
                  <a:srgbClr val="FFFFFF"/>
                </a:solidFill>
                <a:latin typeface="DungGeunMo"/>
              </a:rPr>
              <a:t>(Grid)</a:t>
            </a:r>
            <a:r>
              <a:rPr lang="ko-KR" sz="2000" b="0" i="0" u="none" strike="noStrike" spc="-100">
                <a:solidFill>
                  <a:srgbClr val="FFFFFF"/>
                </a:solidFill>
                <a:ea typeface="DungGeunMo"/>
              </a:rPr>
              <a:t>로</a:t>
            </a:r>
            <a:r>
              <a:rPr lang="en-US" sz="2000" b="0" i="0" u="none" strike="noStrike" spc="-100">
                <a:solidFill>
                  <a:srgbClr val="FFFFFF"/>
                </a:solidFill>
                <a:latin typeface="DungGeunMo"/>
              </a:rPr>
              <a:t> </a:t>
            </a:r>
            <a:r>
              <a:rPr lang="ko-KR" sz="2000" b="0" i="0" u="none" strike="noStrike" spc="-100">
                <a:solidFill>
                  <a:srgbClr val="FFFFFF"/>
                </a:solidFill>
                <a:ea typeface="DungGeunMo"/>
              </a:rPr>
              <a:t>이루어진</a:t>
            </a:r>
          </a:p>
          <a:p>
            <a:pPr lvl="0" algn="ctr">
              <a:lnSpc>
                <a:spcPct val="98770"/>
              </a:lnSpc>
            </a:pPr>
            <a:r>
              <a:rPr lang="ko-KR" sz="2000" b="0" i="0" u="none" strike="noStrike" spc="-100">
                <a:solidFill>
                  <a:srgbClr val="FFFFFF"/>
                </a:solidFill>
                <a:ea typeface="DungGeunMo"/>
              </a:rPr>
              <a:t>필드에서</a:t>
            </a:r>
            <a:r>
              <a:rPr lang="en-US" sz="2000" b="0" i="0" u="none" strike="noStrike" spc="-100">
                <a:solidFill>
                  <a:srgbClr val="FFFFFF"/>
                </a:solidFill>
                <a:latin typeface="DungGeunMo"/>
              </a:rPr>
              <a:t> </a:t>
            </a:r>
            <a:r>
              <a:rPr lang="ko-KR" sz="2000" b="0" i="0" u="none" strike="noStrike" spc="-100">
                <a:solidFill>
                  <a:srgbClr val="FFFFFF"/>
                </a:solidFill>
                <a:ea typeface="DungGeunMo"/>
              </a:rPr>
              <a:t>전투를</a:t>
            </a:r>
            <a:r>
              <a:rPr lang="en-US" sz="2000" b="0" i="0" u="none" strike="noStrike" spc="-100">
                <a:solidFill>
                  <a:srgbClr val="FFFFFF"/>
                </a:solidFill>
                <a:latin typeface="DungGeunMo"/>
              </a:rPr>
              <a:t> </a:t>
            </a:r>
            <a:r>
              <a:rPr lang="ko-KR" sz="2000" b="0" i="0" u="none" strike="noStrike" spc="-100">
                <a:solidFill>
                  <a:srgbClr val="FFFFFF"/>
                </a:solidFill>
                <a:ea typeface="DungGeunMo"/>
              </a:rPr>
              <a:t>진행</a:t>
            </a:r>
          </a:p>
        </p:txBody>
      </p:sp>
      <p:sp>
        <p:nvSpPr>
          <p:cNvPr id="43" name="TextBox 43"/>
          <p:cNvSpPr txBox="1"/>
          <p:nvPr/>
        </p:nvSpPr>
        <p:spPr>
          <a:xfrm rot="5400000">
            <a:off x="15455900" y="6438900"/>
            <a:ext cx="12573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79679"/>
              </a:lnSpc>
            </a:pPr>
            <a:r>
              <a:rPr lang="en-US" sz="1900" b="0" i="0" u="none" strike="noStrike">
                <a:solidFill>
                  <a:srgbClr val="3AB429">
                    <a:alpha val="54118"/>
                  </a:srgbClr>
                </a:solidFill>
                <a:latin typeface="DungGeunMo"/>
              </a:rPr>
              <a:t>-------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4173200" y="3581400"/>
            <a:ext cx="38100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07070"/>
              </a:lnSpc>
            </a:pPr>
            <a:r>
              <a:rPr lang="en-US" sz="1900" b="0" i="0" u="none" strike="noStrike" spc="100">
                <a:solidFill>
                  <a:srgbClr val="9C9C9C"/>
                </a:solidFill>
                <a:latin typeface="DungGeunMo"/>
              </a:rPr>
              <a:t>Step 03</a:t>
            </a:r>
          </a:p>
        </p:txBody>
      </p:sp>
      <p:sp>
        <p:nvSpPr>
          <p:cNvPr id="45" name="TextBox 45"/>
          <p:cNvSpPr txBox="1"/>
          <p:nvPr/>
        </p:nvSpPr>
        <p:spPr>
          <a:xfrm rot="21600000">
            <a:off x="825500" y="2171700"/>
            <a:ext cx="3606800" cy="1524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79679"/>
              </a:lnSpc>
            </a:pPr>
            <a:r>
              <a:rPr lang="ko-KR" sz="6200" b="0" i="0" u="none" strike="noStrike" spc="-700">
                <a:solidFill>
                  <a:srgbClr val="FFFFFF"/>
                </a:solidFill>
                <a:ea typeface="DungGeunMo"/>
              </a:rPr>
              <a:t>게임</a:t>
            </a:r>
          </a:p>
          <a:p>
            <a:pPr lvl="0" algn="l">
              <a:lnSpc>
                <a:spcPct val="79679"/>
              </a:lnSpc>
            </a:pPr>
            <a:r>
              <a:rPr lang="ko-KR" sz="6200" b="0" i="0" u="none" strike="noStrike" spc="-700">
                <a:solidFill>
                  <a:srgbClr val="FFFFFF"/>
                </a:solidFill>
                <a:ea typeface="DungGeunMo"/>
              </a:rPr>
              <a:t>플레이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863600" y="3797300"/>
            <a:ext cx="2044700" cy="254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07070"/>
              </a:lnSpc>
            </a:pPr>
            <a:r>
              <a:rPr lang="en-US" sz="1500" b="0" i="0" u="none" strike="noStrike">
                <a:solidFill>
                  <a:srgbClr val="3AB429"/>
                </a:solidFill>
                <a:latin typeface="DungGeunMo"/>
              </a:rPr>
              <a:t>Gameplay loop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4724400" y="3594100"/>
            <a:ext cx="38100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07070"/>
              </a:lnSpc>
            </a:pPr>
            <a:r>
              <a:rPr lang="en-US" sz="1900" b="0" i="0" u="none" strike="noStrike" spc="100">
                <a:solidFill>
                  <a:srgbClr val="9C9C9C"/>
                </a:solidFill>
                <a:latin typeface="DungGeunMo"/>
              </a:rPr>
              <a:t>Step 01</a:t>
            </a:r>
          </a:p>
        </p:txBody>
      </p:sp>
      <p:sp>
        <p:nvSpPr>
          <p:cNvPr id="48" name="TextBox 48"/>
          <p:cNvSpPr txBox="1"/>
          <p:nvPr/>
        </p:nvSpPr>
        <p:spPr>
          <a:xfrm rot="21600000">
            <a:off x="5207000" y="4114800"/>
            <a:ext cx="2857500" cy="558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79679"/>
              </a:lnSpc>
            </a:pPr>
            <a:r>
              <a:rPr lang="ko-KR" sz="4600" b="0" i="0" u="none" strike="noStrike" spc="-500">
                <a:solidFill>
                  <a:srgbClr val="3AB429"/>
                </a:solidFill>
                <a:ea typeface="DungGeunMo"/>
              </a:rPr>
              <a:t>필드</a:t>
            </a:r>
          </a:p>
        </p:txBody>
      </p:sp>
      <p:sp>
        <p:nvSpPr>
          <p:cNvPr id="49" name="TextBox 49"/>
          <p:cNvSpPr txBox="1"/>
          <p:nvPr/>
        </p:nvSpPr>
        <p:spPr>
          <a:xfrm rot="21600000">
            <a:off x="5245100" y="7124700"/>
            <a:ext cx="2781300" cy="1231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8770"/>
              </a:lnSpc>
            </a:pPr>
            <a:r>
              <a:rPr lang="ko-KR" sz="2000" b="0" i="0" u="none" strike="noStrike" spc="-100">
                <a:solidFill>
                  <a:srgbClr val="FFFFFF"/>
                </a:solidFill>
                <a:ea typeface="DungGeunMo"/>
              </a:rPr>
              <a:t>플레이어는</a:t>
            </a:r>
            <a:r>
              <a:rPr lang="en-US" sz="2000" b="0" i="0" u="none" strike="noStrike" spc="-100">
                <a:solidFill>
                  <a:srgbClr val="FFFFFF"/>
                </a:solidFill>
                <a:latin typeface="DungGeunMo"/>
              </a:rPr>
              <a:t> </a:t>
            </a:r>
            <a:r>
              <a:rPr lang="ko-KR" sz="2000" b="0" i="0" u="none" strike="noStrike" spc="-100">
                <a:solidFill>
                  <a:srgbClr val="FFFFFF"/>
                </a:solidFill>
                <a:ea typeface="DungGeunMo"/>
              </a:rPr>
              <a:t>무작위로</a:t>
            </a:r>
            <a:r>
              <a:rPr lang="en-US" sz="2000" b="0" i="0" u="none" strike="noStrike" spc="-100">
                <a:solidFill>
                  <a:srgbClr val="FFFFFF"/>
                </a:solidFill>
                <a:latin typeface="DungGeunMo"/>
              </a:rPr>
              <a:t> </a:t>
            </a:r>
          </a:p>
          <a:p>
            <a:pPr lvl="0" algn="ctr">
              <a:lnSpc>
                <a:spcPct val="98770"/>
              </a:lnSpc>
            </a:pPr>
            <a:r>
              <a:rPr lang="ko-KR" sz="2000" b="0" i="0" u="none" strike="noStrike" spc="-100">
                <a:solidFill>
                  <a:srgbClr val="FFFFFF"/>
                </a:solidFill>
                <a:ea typeface="DungGeunMo"/>
              </a:rPr>
              <a:t>생성된</a:t>
            </a:r>
            <a:r>
              <a:rPr lang="en-US" sz="2000" b="0" i="0" u="none" strike="noStrike" spc="-100">
                <a:solidFill>
                  <a:srgbClr val="FFFFFF"/>
                </a:solidFill>
                <a:latin typeface="DungGeunMo"/>
              </a:rPr>
              <a:t> </a:t>
            </a:r>
            <a:r>
              <a:rPr lang="ko-KR" sz="2000" b="0" i="0" u="none" strike="noStrike" spc="-100">
                <a:solidFill>
                  <a:srgbClr val="FFFFFF"/>
                </a:solidFill>
                <a:ea typeface="DungGeunMo"/>
              </a:rPr>
              <a:t>맵을</a:t>
            </a:r>
            <a:r>
              <a:rPr lang="en-US" sz="2000" b="0" i="0" u="none" strike="noStrike" spc="-100">
                <a:solidFill>
                  <a:srgbClr val="FFFFFF"/>
                </a:solidFill>
                <a:latin typeface="DungGeunMo"/>
              </a:rPr>
              <a:t> </a:t>
            </a:r>
            <a:r>
              <a:rPr lang="ko-KR" sz="2000" b="0" i="0" u="none" strike="noStrike" spc="-100">
                <a:solidFill>
                  <a:srgbClr val="FFFFFF"/>
                </a:solidFill>
                <a:ea typeface="DungGeunMo"/>
              </a:rPr>
              <a:t>탐색하며</a:t>
            </a:r>
          </a:p>
          <a:p>
            <a:pPr lvl="0" algn="ctr">
              <a:lnSpc>
                <a:spcPct val="98770"/>
              </a:lnSpc>
            </a:pPr>
            <a:r>
              <a:rPr lang="ko-KR" sz="2000" b="0" i="0" u="none" strike="noStrike" spc="-100">
                <a:solidFill>
                  <a:srgbClr val="FFFFFF"/>
                </a:solidFill>
                <a:ea typeface="DungGeunMo"/>
              </a:rPr>
              <a:t>상점</a:t>
            </a:r>
            <a:r>
              <a:rPr lang="en-US" sz="2000" b="0" i="0" u="none" strike="noStrike" spc="-100">
                <a:solidFill>
                  <a:srgbClr val="FFFFFF"/>
                </a:solidFill>
                <a:latin typeface="DungGeunMo"/>
              </a:rPr>
              <a:t> </a:t>
            </a:r>
            <a:r>
              <a:rPr lang="ko-KR" sz="2000" b="0" i="0" u="none" strike="noStrike" spc="-100">
                <a:solidFill>
                  <a:srgbClr val="FFFFFF"/>
                </a:solidFill>
                <a:ea typeface="DungGeunMo"/>
              </a:rPr>
              <a:t>등의</a:t>
            </a:r>
            <a:r>
              <a:rPr lang="en-US" sz="2000" b="0" i="0" u="none" strike="noStrike" spc="-100">
                <a:solidFill>
                  <a:srgbClr val="FFFFFF"/>
                </a:solidFill>
                <a:latin typeface="DungGeunMo"/>
              </a:rPr>
              <a:t> </a:t>
            </a:r>
            <a:r>
              <a:rPr lang="ko-KR" sz="2000" b="0" i="0" u="none" strike="noStrike" spc="-100">
                <a:solidFill>
                  <a:srgbClr val="FFFFFF"/>
                </a:solidFill>
                <a:ea typeface="DungGeunMo"/>
              </a:rPr>
              <a:t>오브젝트를</a:t>
            </a:r>
          </a:p>
          <a:p>
            <a:pPr lvl="0" algn="ctr">
              <a:lnSpc>
                <a:spcPct val="98770"/>
              </a:lnSpc>
            </a:pPr>
            <a:r>
              <a:rPr lang="ko-KR" sz="2000" b="0" i="0" u="none" strike="noStrike" spc="-100">
                <a:solidFill>
                  <a:srgbClr val="FFFFFF"/>
                </a:solidFill>
                <a:ea typeface="DungGeunMo"/>
              </a:rPr>
              <a:t>찾으며</a:t>
            </a:r>
            <a:r>
              <a:rPr lang="en-US" sz="2000" b="0" i="0" u="none" strike="noStrike" spc="-100">
                <a:solidFill>
                  <a:srgbClr val="FFFFFF"/>
                </a:solidFill>
                <a:latin typeface="DungGeunMo"/>
              </a:rPr>
              <a:t> </a:t>
            </a:r>
            <a:r>
              <a:rPr lang="ko-KR" sz="2000" b="0" i="0" u="none" strike="noStrike" spc="-100">
                <a:solidFill>
                  <a:srgbClr val="FFFFFF"/>
                </a:solidFill>
                <a:ea typeface="DungGeunMo"/>
              </a:rPr>
              <a:t>탐험을</a:t>
            </a:r>
            <a:r>
              <a:rPr lang="en-US" sz="2000" b="0" i="0" u="none" strike="noStrike" spc="-100">
                <a:solidFill>
                  <a:srgbClr val="FFFFFF"/>
                </a:solidFill>
                <a:latin typeface="DungGeunMo"/>
              </a:rPr>
              <a:t> </a:t>
            </a:r>
            <a:r>
              <a:rPr lang="ko-KR" sz="2000" b="0" i="0" u="none" strike="noStrike" spc="-100">
                <a:solidFill>
                  <a:srgbClr val="FFFFFF"/>
                </a:solidFill>
                <a:ea typeface="DungGeunMo"/>
              </a:rPr>
              <a:t>진행함</a:t>
            </a:r>
            <a:r>
              <a:rPr lang="en-US" sz="2000" b="0" i="0" u="none" strike="noStrike" spc="-100">
                <a:solidFill>
                  <a:srgbClr val="FFFFFF"/>
                </a:solidFill>
                <a:latin typeface="DungGeunMo"/>
              </a:rPr>
              <a:t>.</a:t>
            </a:r>
          </a:p>
        </p:txBody>
      </p:sp>
      <p:sp>
        <p:nvSpPr>
          <p:cNvPr id="50" name="TextBox 50"/>
          <p:cNvSpPr txBox="1"/>
          <p:nvPr/>
        </p:nvSpPr>
        <p:spPr>
          <a:xfrm rot="5400000">
            <a:off x="6007100" y="6451600"/>
            <a:ext cx="12573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79679"/>
              </a:lnSpc>
            </a:pPr>
            <a:r>
              <a:rPr lang="en-US" sz="1900" b="0" i="0" u="none" strike="noStrike">
                <a:solidFill>
                  <a:srgbClr val="3AB429">
                    <a:alpha val="54118"/>
                  </a:srgbClr>
                </a:solidFill>
                <a:latin typeface="DungGeunMo"/>
              </a:rPr>
              <a:t>-------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9499600" y="3594100"/>
            <a:ext cx="38100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07070"/>
              </a:lnSpc>
            </a:pPr>
            <a:r>
              <a:rPr lang="en-US" sz="1900" b="0" i="0" u="none" strike="noStrike" spc="100">
                <a:solidFill>
                  <a:srgbClr val="9C9C9C"/>
                </a:solidFill>
                <a:latin typeface="DungGeunMo"/>
              </a:rPr>
              <a:t>Step 02</a:t>
            </a:r>
          </a:p>
        </p:txBody>
      </p:sp>
      <p:sp>
        <p:nvSpPr>
          <p:cNvPr id="52" name="TextBox 52"/>
          <p:cNvSpPr txBox="1"/>
          <p:nvPr/>
        </p:nvSpPr>
        <p:spPr>
          <a:xfrm rot="21600000">
            <a:off x="9982200" y="4114800"/>
            <a:ext cx="2857500" cy="558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79679"/>
              </a:lnSpc>
            </a:pPr>
            <a:r>
              <a:rPr lang="ko-KR" sz="4600" b="0" i="0" u="none" strike="noStrike" spc="-500">
                <a:solidFill>
                  <a:srgbClr val="3AB429"/>
                </a:solidFill>
                <a:ea typeface="DungGeunMo"/>
              </a:rPr>
              <a:t>상점</a:t>
            </a:r>
          </a:p>
        </p:txBody>
      </p:sp>
      <p:sp>
        <p:nvSpPr>
          <p:cNvPr id="53" name="TextBox 53"/>
          <p:cNvSpPr txBox="1"/>
          <p:nvPr/>
        </p:nvSpPr>
        <p:spPr>
          <a:xfrm rot="21600000">
            <a:off x="10020300" y="7124700"/>
            <a:ext cx="2781300" cy="1231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8770"/>
              </a:lnSpc>
            </a:pPr>
            <a:r>
              <a:rPr lang="ko-KR" sz="2000" b="0" i="0" u="none" strike="noStrike" spc="-100">
                <a:solidFill>
                  <a:srgbClr val="FFFFFF"/>
                </a:solidFill>
                <a:ea typeface="DungGeunMo"/>
              </a:rPr>
              <a:t>맵에</a:t>
            </a:r>
            <a:r>
              <a:rPr lang="en-US" sz="2000" b="0" i="0" u="none" strike="noStrike" spc="-100">
                <a:solidFill>
                  <a:srgbClr val="FFFFFF"/>
                </a:solidFill>
                <a:latin typeface="DungGeunMo"/>
              </a:rPr>
              <a:t> </a:t>
            </a:r>
            <a:r>
              <a:rPr lang="ko-KR" sz="2000" b="0" i="0" u="none" strike="noStrike" spc="-100">
                <a:solidFill>
                  <a:srgbClr val="FFFFFF"/>
                </a:solidFill>
                <a:ea typeface="DungGeunMo"/>
              </a:rPr>
              <a:t>배치된</a:t>
            </a:r>
            <a:r>
              <a:rPr lang="en-US" sz="2000" b="0" i="0" u="none" strike="noStrike" spc="-100">
                <a:solidFill>
                  <a:srgbClr val="FFFFFF"/>
                </a:solidFill>
                <a:latin typeface="DungGeunMo"/>
              </a:rPr>
              <a:t> </a:t>
            </a:r>
            <a:r>
              <a:rPr lang="ko-KR" sz="2000" b="0" i="0" u="none" strike="noStrike" spc="-100">
                <a:solidFill>
                  <a:srgbClr val="FFFFFF"/>
                </a:solidFill>
                <a:ea typeface="DungGeunMo"/>
              </a:rPr>
              <a:t>상점</a:t>
            </a:r>
            <a:r>
              <a:rPr lang="en-US" sz="2000" b="0" i="0" u="none" strike="noStrike" spc="-100">
                <a:solidFill>
                  <a:srgbClr val="FFFFFF"/>
                </a:solidFill>
                <a:latin typeface="DungGeunMo"/>
              </a:rPr>
              <a:t> NPC</a:t>
            </a:r>
            <a:r>
              <a:rPr lang="ko-KR" sz="2000" b="0" i="0" u="none" strike="noStrike" spc="-100">
                <a:solidFill>
                  <a:srgbClr val="FFFFFF"/>
                </a:solidFill>
                <a:ea typeface="DungGeunMo"/>
              </a:rPr>
              <a:t>를</a:t>
            </a:r>
          </a:p>
          <a:p>
            <a:pPr lvl="0" algn="ctr">
              <a:lnSpc>
                <a:spcPct val="98770"/>
              </a:lnSpc>
            </a:pPr>
            <a:r>
              <a:rPr lang="ko-KR" sz="2000" b="0" i="0" u="none" strike="noStrike" spc="-100">
                <a:solidFill>
                  <a:srgbClr val="FFFFFF"/>
                </a:solidFill>
                <a:ea typeface="DungGeunMo"/>
              </a:rPr>
              <a:t>통해</a:t>
            </a:r>
            <a:r>
              <a:rPr lang="en-US" sz="2000" b="0" i="0" u="none" strike="noStrike" spc="-100">
                <a:solidFill>
                  <a:srgbClr val="FFFFFF"/>
                </a:solidFill>
                <a:latin typeface="DungGeunMo"/>
              </a:rPr>
              <a:t> </a:t>
            </a:r>
            <a:r>
              <a:rPr lang="ko-KR" sz="2000" b="0" i="0" u="none" strike="noStrike" spc="-100">
                <a:solidFill>
                  <a:srgbClr val="FFFFFF"/>
                </a:solidFill>
                <a:ea typeface="DungGeunMo"/>
              </a:rPr>
              <a:t>플레이어는</a:t>
            </a:r>
            <a:r>
              <a:rPr lang="en-US" sz="2000" b="0" i="0" u="none" strike="noStrike" spc="-100">
                <a:solidFill>
                  <a:srgbClr val="FFFFFF"/>
                </a:solidFill>
                <a:latin typeface="DungGeunMo"/>
              </a:rPr>
              <a:t> </a:t>
            </a:r>
            <a:r>
              <a:rPr lang="ko-KR" sz="2000" b="0" i="0" u="none" strike="noStrike" spc="-100">
                <a:solidFill>
                  <a:srgbClr val="FFFFFF"/>
                </a:solidFill>
                <a:ea typeface="DungGeunMo"/>
              </a:rPr>
              <a:t>카드를</a:t>
            </a:r>
          </a:p>
          <a:p>
            <a:pPr lvl="0" algn="ctr">
              <a:lnSpc>
                <a:spcPct val="98770"/>
              </a:lnSpc>
            </a:pPr>
            <a:r>
              <a:rPr lang="ko-KR" sz="2000" b="0" i="0" u="none" strike="noStrike" spc="-100">
                <a:solidFill>
                  <a:srgbClr val="FFFFFF"/>
                </a:solidFill>
                <a:ea typeface="DungGeunMo"/>
              </a:rPr>
              <a:t>구매하여</a:t>
            </a:r>
            <a:r>
              <a:rPr lang="en-US" sz="2000" b="0" i="0" u="none" strike="noStrike" spc="-100">
                <a:solidFill>
                  <a:srgbClr val="FFFFFF"/>
                </a:solidFill>
                <a:latin typeface="DungGeunMo"/>
              </a:rPr>
              <a:t> </a:t>
            </a:r>
            <a:r>
              <a:rPr lang="ko-KR" sz="2000" b="0" i="0" u="none" strike="noStrike" spc="-100">
                <a:solidFill>
                  <a:srgbClr val="FFFFFF"/>
                </a:solidFill>
                <a:ea typeface="DungGeunMo"/>
              </a:rPr>
              <a:t>덱을</a:t>
            </a:r>
            <a:r>
              <a:rPr lang="en-US" sz="2000" b="0" i="0" u="none" strike="noStrike" spc="-100">
                <a:solidFill>
                  <a:srgbClr val="FFFFFF"/>
                </a:solidFill>
                <a:latin typeface="DungGeunMo"/>
              </a:rPr>
              <a:t> </a:t>
            </a:r>
            <a:r>
              <a:rPr lang="ko-KR" sz="2000" b="0" i="0" u="none" strike="noStrike" spc="-100">
                <a:solidFill>
                  <a:srgbClr val="FFFFFF"/>
                </a:solidFill>
                <a:ea typeface="DungGeunMo"/>
              </a:rPr>
              <a:t>구성하며</a:t>
            </a:r>
          </a:p>
          <a:p>
            <a:pPr lvl="0" algn="ctr">
              <a:lnSpc>
                <a:spcPct val="98770"/>
              </a:lnSpc>
            </a:pPr>
            <a:r>
              <a:rPr lang="ko-KR" sz="2000" b="0" i="0" u="none" strike="noStrike" spc="-100">
                <a:solidFill>
                  <a:srgbClr val="FFFFFF"/>
                </a:solidFill>
                <a:ea typeface="DungGeunMo"/>
              </a:rPr>
              <a:t>다음</a:t>
            </a:r>
            <a:r>
              <a:rPr lang="en-US" sz="2000" b="0" i="0" u="none" strike="noStrike" spc="-100">
                <a:solidFill>
                  <a:srgbClr val="FFFFFF"/>
                </a:solidFill>
                <a:latin typeface="DungGeunMo"/>
              </a:rPr>
              <a:t> </a:t>
            </a:r>
            <a:r>
              <a:rPr lang="ko-KR" sz="2000" b="0" i="0" u="none" strike="noStrike" spc="-100">
                <a:solidFill>
                  <a:srgbClr val="FFFFFF"/>
                </a:solidFill>
                <a:ea typeface="DungGeunMo"/>
              </a:rPr>
              <a:t>전투를</a:t>
            </a:r>
            <a:r>
              <a:rPr lang="en-US" sz="2000" b="0" i="0" u="none" strike="noStrike" spc="-100">
                <a:solidFill>
                  <a:srgbClr val="FFFFFF"/>
                </a:solidFill>
                <a:latin typeface="DungGeunMo"/>
              </a:rPr>
              <a:t> </a:t>
            </a:r>
            <a:r>
              <a:rPr lang="ko-KR" sz="2000" b="0" i="0" u="none" strike="noStrike" spc="-100">
                <a:solidFill>
                  <a:srgbClr val="FFFFFF"/>
                </a:solidFill>
                <a:ea typeface="DungGeunMo"/>
              </a:rPr>
              <a:t>준비함</a:t>
            </a:r>
            <a:r>
              <a:rPr lang="en-US" sz="2000" b="0" i="0" u="none" strike="noStrike" spc="-100">
                <a:solidFill>
                  <a:srgbClr val="FFFFFF"/>
                </a:solidFill>
                <a:latin typeface="DungGeunMo"/>
              </a:rPr>
              <a:t>.</a:t>
            </a:r>
          </a:p>
        </p:txBody>
      </p:sp>
      <p:sp>
        <p:nvSpPr>
          <p:cNvPr id="54" name="TextBox 54"/>
          <p:cNvSpPr txBox="1"/>
          <p:nvPr/>
        </p:nvSpPr>
        <p:spPr>
          <a:xfrm rot="5400000">
            <a:off x="10782300" y="6451600"/>
            <a:ext cx="12573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79679"/>
              </a:lnSpc>
            </a:pPr>
            <a:r>
              <a:rPr lang="en-US" sz="1900" b="0" i="0" u="none" strike="noStrike">
                <a:solidFill>
                  <a:srgbClr val="3AB429">
                    <a:alpha val="54118"/>
                  </a:srgbClr>
                </a:solidFill>
                <a:latin typeface="DungGeunMo"/>
              </a:rPr>
              <a:t>-------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863600" y="368300"/>
            <a:ext cx="4394200" cy="304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07070"/>
              </a:lnSpc>
            </a:pPr>
            <a:r>
              <a:rPr lang="en-US" sz="1700" b="0" i="0" u="none" strike="noStrike">
                <a:solidFill>
                  <a:srgbClr val="FFFFFF"/>
                </a:solidFill>
                <a:latin typeface="DungGeunMo"/>
              </a:rPr>
              <a:t>SPARTA </a:t>
            </a:r>
            <a:r>
              <a:rPr lang="ko-KR" sz="1700" b="0" i="0" u="none" strike="noStrike">
                <a:solidFill>
                  <a:srgbClr val="FFFFFF"/>
                </a:solidFill>
                <a:ea typeface="DungGeunMo"/>
              </a:rPr>
              <a:t>내일배움캠프</a:t>
            </a:r>
            <a:r>
              <a:rPr lang="en-US" sz="1700" b="0" i="0" u="none" strike="noStrike">
                <a:solidFill>
                  <a:srgbClr val="FFFFFF"/>
                </a:solidFill>
                <a:latin typeface="DungGeunMo"/>
              </a:rPr>
              <a:t> Unreal 5,6</a:t>
            </a:r>
            <a:r>
              <a:rPr lang="ko-KR" sz="1700" b="0" i="0" u="none" strike="noStrike">
                <a:solidFill>
                  <a:srgbClr val="FFFFFF"/>
                </a:solidFill>
                <a:ea typeface="DungGeunMo"/>
              </a:rPr>
              <a:t>기</a:t>
            </a:r>
            <a:r>
              <a:rPr lang="en-US" sz="1700" b="0" i="0" u="none" strike="noStrike">
                <a:solidFill>
                  <a:srgbClr val="FFFFFF"/>
                </a:solidFill>
                <a:latin typeface="DungGeunMo"/>
              </a:rPr>
              <a:t> - CH2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850900" y="4330700"/>
            <a:ext cx="3225800" cy="254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02919"/>
              </a:lnSpc>
            </a:pPr>
            <a:r>
              <a:rPr lang="ko-KR" sz="1400" b="0" i="0" u="none" strike="noStrike" spc="-100">
                <a:solidFill>
                  <a:srgbClr val="F6F6F6">
                    <a:alpha val="47059"/>
                  </a:srgbClr>
                </a:solidFill>
                <a:ea typeface="Pretendard Regular"/>
              </a:rPr>
              <a:t>던전</a:t>
            </a:r>
            <a:r>
              <a:rPr lang="en-US" sz="1400" b="0" i="0" u="none" strike="noStrike" spc="-100">
                <a:solidFill>
                  <a:srgbClr val="F6F6F6">
                    <a:alpha val="47059"/>
                  </a:srgbClr>
                </a:solidFill>
                <a:latin typeface="Pretendard Regular"/>
              </a:rPr>
              <a:t> </a:t>
            </a:r>
            <a:r>
              <a:rPr lang="ko-KR" sz="1400" b="0" i="0" u="none" strike="noStrike" spc="-100">
                <a:solidFill>
                  <a:srgbClr val="F6F6F6">
                    <a:alpha val="47059"/>
                  </a:srgbClr>
                </a:solidFill>
                <a:ea typeface="Pretendard Regular"/>
              </a:rPr>
              <a:t>탐색</a:t>
            </a:r>
            <a:r>
              <a:rPr lang="en-US" sz="1400" b="0" i="0" u="none" strike="noStrike" spc="-100">
                <a:solidFill>
                  <a:srgbClr val="F6F6F6">
                    <a:alpha val="47059"/>
                  </a:srgbClr>
                </a:solidFill>
                <a:latin typeface="Pretendard Regular"/>
              </a:rPr>
              <a:t> </a:t>
            </a:r>
            <a:r>
              <a:rPr lang="ko-KR" sz="1400" b="0" i="0" u="none" strike="noStrike" spc="-100">
                <a:solidFill>
                  <a:srgbClr val="F6F6F6">
                    <a:alpha val="47059"/>
                  </a:srgbClr>
                </a:solidFill>
                <a:ea typeface="Pretendard Regular"/>
              </a:rPr>
              <a:t>기반의</a:t>
            </a:r>
            <a:r>
              <a:rPr lang="en-US" sz="1400" b="0" i="0" u="none" strike="noStrike" spc="-100">
                <a:solidFill>
                  <a:srgbClr val="F6F6F6">
                    <a:alpha val="47059"/>
                  </a:srgbClr>
                </a:solidFill>
                <a:latin typeface="Pretendard Regular"/>
              </a:rPr>
              <a:t> </a:t>
            </a:r>
            <a:r>
              <a:rPr lang="ko-KR" sz="1400" b="0" i="0" u="none" strike="noStrike" spc="-100">
                <a:solidFill>
                  <a:srgbClr val="F6F6F6">
                    <a:alpha val="47059"/>
                  </a:srgbClr>
                </a:solidFill>
                <a:ea typeface="Pretendard Regular"/>
              </a:rPr>
              <a:t>턴제</a:t>
            </a:r>
            <a:r>
              <a:rPr lang="en-US" sz="1400" b="0" i="0" u="none" strike="noStrike" spc="-100">
                <a:solidFill>
                  <a:srgbClr val="F6F6F6">
                    <a:alpha val="47059"/>
                  </a:srgbClr>
                </a:solidFill>
                <a:latin typeface="Pretendard Regular"/>
              </a:rPr>
              <a:t>  RPG </a:t>
            </a:r>
            <a:r>
              <a:rPr lang="ko-KR" sz="1400" b="0" i="0" u="none" strike="noStrike" spc="-100">
                <a:solidFill>
                  <a:srgbClr val="F6F6F6">
                    <a:alpha val="47059"/>
                  </a:srgbClr>
                </a:solidFill>
                <a:ea typeface="Pretendard Regular"/>
              </a:rPr>
              <a:t>구현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030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78400" y="393700"/>
            <a:ext cx="190500" cy="1905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94200" y="393700"/>
            <a:ext cx="215900" cy="2159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-165100" y="6070600"/>
            <a:ext cx="9093200" cy="12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386300" y="393700"/>
            <a:ext cx="215900" cy="2159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79900" y="3492500"/>
            <a:ext cx="215900" cy="2159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>
            <a:alphaModFix amt="80000"/>
          </a:blip>
          <a:stretch>
            <a:fillRect/>
          </a:stretch>
        </p:blipFill>
        <p:spPr>
          <a:xfrm>
            <a:off x="863600" y="5080000"/>
            <a:ext cx="647700" cy="762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101600" y="952500"/>
            <a:ext cx="18491200" cy="5715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>
            <a:alphaModFix amt="38000"/>
          </a:blip>
          <a:stretch>
            <a:fillRect/>
          </a:stretch>
        </p:blipFill>
        <p:spPr>
          <a:xfrm>
            <a:off x="2921000" y="1143000"/>
            <a:ext cx="177800" cy="1778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>
            <a:alphaModFix amt="38000"/>
          </a:blip>
          <a:stretch>
            <a:fillRect/>
          </a:stretch>
        </p:blipFill>
        <p:spPr>
          <a:xfrm>
            <a:off x="3632200" y="1130300"/>
            <a:ext cx="215900" cy="2159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>
            <a:alphaModFix amt="38000"/>
          </a:blip>
          <a:stretch>
            <a:fillRect/>
          </a:stretch>
        </p:blipFill>
        <p:spPr>
          <a:xfrm>
            <a:off x="5880100" y="1143000"/>
            <a:ext cx="228600" cy="1905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>
            <a:alphaModFix amt="38000"/>
          </a:blip>
          <a:stretch>
            <a:fillRect/>
          </a:stretch>
        </p:blipFill>
        <p:spPr>
          <a:xfrm>
            <a:off x="6629400" y="1143000"/>
            <a:ext cx="190500" cy="1905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3">
            <a:alphaModFix amt="38000"/>
          </a:blip>
          <a:stretch>
            <a:fillRect/>
          </a:stretch>
        </p:blipFill>
        <p:spPr>
          <a:xfrm>
            <a:off x="7340600" y="1143000"/>
            <a:ext cx="254000" cy="1778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4">
            <a:alphaModFix amt="38000"/>
          </a:blip>
          <a:stretch>
            <a:fillRect/>
          </a:stretch>
        </p:blipFill>
        <p:spPr>
          <a:xfrm>
            <a:off x="8115300" y="1143000"/>
            <a:ext cx="177800" cy="1778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5">
            <a:alphaModFix amt="38000"/>
          </a:blip>
          <a:stretch>
            <a:fillRect/>
          </a:stretch>
        </p:blipFill>
        <p:spPr>
          <a:xfrm>
            <a:off x="2222500" y="1143000"/>
            <a:ext cx="177800" cy="1905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6">
            <a:alphaModFix amt="38000"/>
          </a:blip>
          <a:stretch>
            <a:fillRect/>
          </a:stretch>
        </p:blipFill>
        <p:spPr>
          <a:xfrm>
            <a:off x="8826500" y="1130300"/>
            <a:ext cx="215900" cy="2159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7">
            <a:alphaModFix amt="38000"/>
          </a:blip>
          <a:stretch>
            <a:fillRect/>
          </a:stretch>
        </p:blipFill>
        <p:spPr>
          <a:xfrm>
            <a:off x="9550400" y="1143000"/>
            <a:ext cx="190500" cy="1905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8">
            <a:alphaModFix amt="38000"/>
          </a:blip>
          <a:stretch>
            <a:fillRect/>
          </a:stretch>
        </p:blipFill>
        <p:spPr>
          <a:xfrm>
            <a:off x="11734800" y="1143000"/>
            <a:ext cx="190500" cy="1905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9">
            <a:alphaModFix amt="38000"/>
          </a:blip>
          <a:stretch>
            <a:fillRect/>
          </a:stretch>
        </p:blipFill>
        <p:spPr>
          <a:xfrm>
            <a:off x="10985500" y="1117600"/>
            <a:ext cx="228600" cy="2286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20">
            <a:alphaModFix amt="38000"/>
          </a:blip>
          <a:stretch>
            <a:fillRect/>
          </a:stretch>
        </p:blipFill>
        <p:spPr>
          <a:xfrm>
            <a:off x="10261600" y="1143000"/>
            <a:ext cx="190500" cy="1905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21">
            <a:alphaModFix amt="38000"/>
          </a:blip>
          <a:stretch>
            <a:fillRect/>
          </a:stretch>
        </p:blipFill>
        <p:spPr>
          <a:xfrm>
            <a:off x="4356100" y="1104900"/>
            <a:ext cx="266700" cy="2667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22">
            <a:alphaModFix amt="38000"/>
          </a:blip>
          <a:stretch>
            <a:fillRect/>
          </a:stretch>
        </p:blipFill>
        <p:spPr>
          <a:xfrm>
            <a:off x="5143500" y="1130300"/>
            <a:ext cx="215900" cy="2159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23">
            <a:alphaModFix amt="38000"/>
          </a:blip>
          <a:stretch>
            <a:fillRect/>
          </a:stretch>
        </p:blipFill>
        <p:spPr>
          <a:xfrm>
            <a:off x="12446000" y="1143000"/>
            <a:ext cx="190500" cy="1778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76300" y="1181100"/>
            <a:ext cx="127000" cy="1270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079500" y="1181100"/>
            <a:ext cx="127000" cy="127000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295400" y="1181100"/>
            <a:ext cx="127000" cy="127000"/>
          </a:xfrm>
          <a:prstGeom prst="rect">
            <a:avLst/>
          </a:prstGeom>
        </p:spPr>
      </p:pic>
      <p:pic>
        <p:nvPicPr>
          <p:cNvPr id="27" name="Picture 27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5232400" y="2286000"/>
            <a:ext cx="12192000" cy="6858000"/>
          </a:xfrm>
          <a:prstGeom prst="rect">
            <a:avLst/>
          </a:prstGeom>
          <a:effectLst>
            <a:outerShdw dist="158234" dir="2760000">
              <a:srgbClr val="000000">
                <a:alpha val="15000"/>
              </a:srgbClr>
            </a:outerShdw>
          </a:effectLst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9169400" y="5295900"/>
            <a:ext cx="6197600" cy="977900"/>
          </a:xfrm>
          <a:prstGeom prst="rect">
            <a:avLst/>
          </a:prstGeom>
          <a:effectLst>
            <a:outerShdw dist="60181" dir="2760000">
              <a:srgbClr val="000000">
                <a:alpha val="23000"/>
              </a:srgbClr>
            </a:outerShdw>
          </a:effectLst>
        </p:spPr>
      </p:pic>
      <p:pic>
        <p:nvPicPr>
          <p:cNvPr id="29" name="Picture 29">
            <a:hlinkClick r:id="rId29" action="ppaction://hlinkfile"/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4592300" y="5067300"/>
            <a:ext cx="1574800" cy="1574800"/>
          </a:xfrm>
          <a:prstGeom prst="rect">
            <a:avLst/>
          </a:prstGeom>
        </p:spPr>
      </p:pic>
      <p:sp>
        <p:nvSpPr>
          <p:cNvPr id="30" name="TextBox 30"/>
          <p:cNvSpPr txBox="1"/>
          <p:nvPr/>
        </p:nvSpPr>
        <p:spPr>
          <a:xfrm rot="21600000">
            <a:off x="9702800" y="5537200"/>
            <a:ext cx="8051800" cy="393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79679"/>
              </a:lnSpc>
            </a:pPr>
            <a:r>
              <a:rPr lang="ko-KR" sz="3200" b="0" i="0" u="none" strike="noStrike" spc="-300" dirty="0">
                <a:solidFill>
                  <a:srgbClr val="FFFFFF"/>
                </a:solidFill>
                <a:ea typeface="DungGeunMo"/>
              </a:rPr>
              <a:t>프로젝트</a:t>
            </a:r>
            <a:r>
              <a:rPr lang="en-US" sz="3200" b="0" i="0" u="none" strike="noStrike" spc="-300" dirty="0">
                <a:solidFill>
                  <a:srgbClr val="FFFFFF"/>
                </a:solidFill>
                <a:latin typeface="DungGeunMo"/>
              </a:rPr>
              <a:t> </a:t>
            </a:r>
            <a:r>
              <a:rPr lang="ko-KR" sz="3200" b="0" i="0" u="none" strike="noStrike" spc="-300" dirty="0">
                <a:solidFill>
                  <a:srgbClr val="FFFFFF"/>
                </a:solidFill>
                <a:ea typeface="DungGeunMo"/>
              </a:rPr>
              <a:t>시연</a:t>
            </a:r>
          </a:p>
        </p:txBody>
      </p:sp>
      <p:sp>
        <p:nvSpPr>
          <p:cNvPr id="31" name="TextBox 31"/>
          <p:cNvSpPr txBox="1"/>
          <p:nvPr/>
        </p:nvSpPr>
        <p:spPr>
          <a:xfrm rot="21600000">
            <a:off x="7048500" y="5588000"/>
            <a:ext cx="2324100" cy="355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79679"/>
              </a:lnSpc>
            </a:pPr>
            <a:r>
              <a:rPr lang="en-US" sz="2900" b="0" i="0" u="none" strike="noStrike" spc="-100" dirty="0">
                <a:solidFill>
                  <a:srgbClr val="18A8F1"/>
                </a:solidFill>
                <a:latin typeface="DungGeunMo"/>
              </a:rPr>
              <a:t>Demo stage</a:t>
            </a:r>
          </a:p>
        </p:txBody>
      </p:sp>
      <p:sp>
        <p:nvSpPr>
          <p:cNvPr id="32" name="TextBox 32"/>
          <p:cNvSpPr txBox="1"/>
          <p:nvPr/>
        </p:nvSpPr>
        <p:spPr>
          <a:xfrm rot="21600000">
            <a:off x="825500" y="2171700"/>
            <a:ext cx="3606800" cy="2286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79679"/>
              </a:lnSpc>
            </a:pPr>
            <a:r>
              <a:rPr lang="ko-KR" sz="6200" b="0" i="0" u="none" strike="noStrike" spc="-700">
                <a:solidFill>
                  <a:srgbClr val="FFFFFF"/>
                </a:solidFill>
                <a:ea typeface="DungGeunMo"/>
              </a:rPr>
              <a:t>프로젝트</a:t>
            </a:r>
          </a:p>
          <a:p>
            <a:pPr lvl="0" algn="l">
              <a:lnSpc>
                <a:spcPct val="79679"/>
              </a:lnSpc>
            </a:pPr>
            <a:r>
              <a:rPr lang="ko-KR" sz="6200" b="0" i="0" u="none" strike="noStrike" spc="-700">
                <a:solidFill>
                  <a:srgbClr val="FFFFFF"/>
                </a:solidFill>
                <a:ea typeface="DungGeunMo"/>
              </a:rPr>
              <a:t>시연</a:t>
            </a:r>
          </a:p>
          <a:p>
            <a:pPr lvl="0" algn="l">
              <a:lnSpc>
                <a:spcPct val="79679"/>
              </a:lnSpc>
            </a:pPr>
            <a:endParaRPr lang="ko-KR" sz="6200" b="0" i="0" u="none" strike="noStrike" spc="-700">
              <a:solidFill>
                <a:srgbClr val="FFFFFF"/>
              </a:solidFill>
              <a:ea typeface="DungGeunMo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863600" y="3810000"/>
            <a:ext cx="2044700" cy="241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07070"/>
              </a:lnSpc>
            </a:pPr>
            <a:r>
              <a:rPr lang="en-US" sz="1500" b="0" i="0" u="none" strike="noStrike">
                <a:solidFill>
                  <a:srgbClr val="3AB429"/>
                </a:solidFill>
                <a:latin typeface="DungGeunMo"/>
              </a:rPr>
              <a:t>Project demo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50900" y="4330700"/>
            <a:ext cx="3225800" cy="254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02919"/>
              </a:lnSpc>
            </a:pPr>
            <a:r>
              <a:rPr lang="ko-KR" sz="1400" b="0" i="0" u="none" strike="noStrike" spc="-100">
                <a:solidFill>
                  <a:srgbClr val="F6F6F6">
                    <a:alpha val="47059"/>
                  </a:srgbClr>
                </a:solidFill>
                <a:ea typeface="Pretendard Regular"/>
              </a:rPr>
              <a:t>던전</a:t>
            </a:r>
            <a:r>
              <a:rPr lang="en-US" sz="1400" b="0" i="0" u="none" strike="noStrike" spc="-100">
                <a:solidFill>
                  <a:srgbClr val="F6F6F6">
                    <a:alpha val="47059"/>
                  </a:srgbClr>
                </a:solidFill>
                <a:latin typeface="Pretendard Regular"/>
              </a:rPr>
              <a:t> </a:t>
            </a:r>
            <a:r>
              <a:rPr lang="ko-KR" sz="1400" b="0" i="0" u="none" strike="noStrike" spc="-100">
                <a:solidFill>
                  <a:srgbClr val="F6F6F6">
                    <a:alpha val="47059"/>
                  </a:srgbClr>
                </a:solidFill>
                <a:ea typeface="Pretendard Regular"/>
              </a:rPr>
              <a:t>탐색</a:t>
            </a:r>
            <a:r>
              <a:rPr lang="en-US" sz="1400" b="0" i="0" u="none" strike="noStrike" spc="-100">
                <a:solidFill>
                  <a:srgbClr val="F6F6F6">
                    <a:alpha val="47059"/>
                  </a:srgbClr>
                </a:solidFill>
                <a:latin typeface="Pretendard Regular"/>
              </a:rPr>
              <a:t> </a:t>
            </a:r>
            <a:r>
              <a:rPr lang="ko-KR" sz="1400" b="0" i="0" u="none" strike="noStrike" spc="-100">
                <a:solidFill>
                  <a:srgbClr val="F6F6F6">
                    <a:alpha val="47059"/>
                  </a:srgbClr>
                </a:solidFill>
                <a:ea typeface="Pretendard Regular"/>
              </a:rPr>
              <a:t>기반의</a:t>
            </a:r>
            <a:r>
              <a:rPr lang="en-US" sz="1400" b="0" i="0" u="none" strike="noStrike" spc="-100">
                <a:solidFill>
                  <a:srgbClr val="F6F6F6">
                    <a:alpha val="47059"/>
                  </a:srgbClr>
                </a:solidFill>
                <a:latin typeface="Pretendard Regular"/>
              </a:rPr>
              <a:t> </a:t>
            </a:r>
            <a:r>
              <a:rPr lang="ko-KR" sz="1400" b="0" i="0" u="none" strike="noStrike" spc="-100">
                <a:solidFill>
                  <a:srgbClr val="F6F6F6">
                    <a:alpha val="47059"/>
                  </a:srgbClr>
                </a:solidFill>
                <a:ea typeface="Pretendard Regular"/>
              </a:rPr>
              <a:t>턴제</a:t>
            </a:r>
            <a:r>
              <a:rPr lang="en-US" sz="1400" b="0" i="0" u="none" strike="noStrike" spc="-100">
                <a:solidFill>
                  <a:srgbClr val="F6F6F6">
                    <a:alpha val="47059"/>
                  </a:srgbClr>
                </a:solidFill>
                <a:latin typeface="Pretendard Regular"/>
              </a:rPr>
              <a:t>  RPG </a:t>
            </a:r>
            <a:r>
              <a:rPr lang="ko-KR" sz="1400" b="0" i="0" u="none" strike="noStrike" spc="-100">
                <a:solidFill>
                  <a:srgbClr val="F6F6F6">
                    <a:alpha val="47059"/>
                  </a:srgbClr>
                </a:solidFill>
                <a:ea typeface="Pretendard Regular"/>
              </a:rPr>
              <a:t>구현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63600" y="368300"/>
            <a:ext cx="4394200" cy="304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07070"/>
              </a:lnSpc>
            </a:pPr>
            <a:r>
              <a:rPr lang="en-US" sz="1700" b="0" i="0" u="none" strike="noStrike">
                <a:solidFill>
                  <a:srgbClr val="FFFFFF"/>
                </a:solidFill>
                <a:latin typeface="DungGeunMo"/>
              </a:rPr>
              <a:t>SPARTA </a:t>
            </a:r>
            <a:r>
              <a:rPr lang="ko-KR" sz="1700" b="0" i="0" u="none" strike="noStrike">
                <a:solidFill>
                  <a:srgbClr val="FFFFFF"/>
                </a:solidFill>
                <a:ea typeface="DungGeunMo"/>
              </a:rPr>
              <a:t>내일배움캠프</a:t>
            </a:r>
            <a:r>
              <a:rPr lang="en-US" sz="1700" b="0" i="0" u="none" strike="noStrike">
                <a:solidFill>
                  <a:srgbClr val="FFFFFF"/>
                </a:solidFill>
                <a:latin typeface="DungGeunMo"/>
              </a:rPr>
              <a:t> Unreal 5,6</a:t>
            </a:r>
            <a:r>
              <a:rPr lang="ko-KR" sz="1700" b="0" i="0" u="none" strike="noStrike">
                <a:solidFill>
                  <a:srgbClr val="FFFFFF"/>
                </a:solidFill>
                <a:ea typeface="DungGeunMo"/>
              </a:rPr>
              <a:t>기</a:t>
            </a:r>
            <a:r>
              <a:rPr lang="en-US" sz="1700" b="0" i="0" u="none" strike="noStrike">
                <a:solidFill>
                  <a:srgbClr val="FFFFFF"/>
                </a:solidFill>
                <a:latin typeface="DungGeunMo"/>
              </a:rPr>
              <a:t> - CH2</a:t>
            </a:r>
          </a:p>
        </p:txBody>
      </p:sp>
      <p:sp>
        <p:nvSpPr>
          <p:cNvPr id="36" name="TextBox 36"/>
          <p:cNvSpPr txBox="1"/>
          <p:nvPr/>
        </p:nvSpPr>
        <p:spPr>
          <a:xfrm rot="21600000">
            <a:off x="5613400" y="5651500"/>
            <a:ext cx="2501900" cy="292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79679"/>
              </a:lnSpc>
            </a:pPr>
            <a:r>
              <a:rPr lang="en-US" sz="2400" b="0" i="0" u="none" strike="noStrike" spc="-300" dirty="0">
                <a:solidFill>
                  <a:srgbClr val="3AB429"/>
                </a:solidFill>
                <a:latin typeface="DungGeunMo"/>
              </a:rPr>
              <a:t>--------&gt;&gt;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030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78400" y="393700"/>
            <a:ext cx="190500" cy="1905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94200" y="393700"/>
            <a:ext cx="215900" cy="2159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-165100" y="6070600"/>
            <a:ext cx="9093200" cy="12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386300" y="393700"/>
            <a:ext cx="215900" cy="2159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79900" y="3492500"/>
            <a:ext cx="215900" cy="2159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0900" y="5092700"/>
            <a:ext cx="647700" cy="762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101600" y="952500"/>
            <a:ext cx="18491200" cy="5715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>
            <a:alphaModFix amt="38000"/>
          </a:blip>
          <a:stretch>
            <a:fillRect/>
          </a:stretch>
        </p:blipFill>
        <p:spPr>
          <a:xfrm>
            <a:off x="2921000" y="1143000"/>
            <a:ext cx="177800" cy="1778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>
            <a:alphaModFix amt="38000"/>
          </a:blip>
          <a:stretch>
            <a:fillRect/>
          </a:stretch>
        </p:blipFill>
        <p:spPr>
          <a:xfrm>
            <a:off x="3632200" y="1130300"/>
            <a:ext cx="215900" cy="2159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>
            <a:alphaModFix amt="38000"/>
          </a:blip>
          <a:stretch>
            <a:fillRect/>
          </a:stretch>
        </p:blipFill>
        <p:spPr>
          <a:xfrm>
            <a:off x="5880100" y="1143000"/>
            <a:ext cx="228600" cy="1905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>
            <a:alphaModFix amt="38000"/>
          </a:blip>
          <a:stretch>
            <a:fillRect/>
          </a:stretch>
        </p:blipFill>
        <p:spPr>
          <a:xfrm>
            <a:off x="6629400" y="1143000"/>
            <a:ext cx="190500" cy="1905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3">
            <a:alphaModFix amt="38000"/>
          </a:blip>
          <a:stretch>
            <a:fillRect/>
          </a:stretch>
        </p:blipFill>
        <p:spPr>
          <a:xfrm>
            <a:off x="7340600" y="1143000"/>
            <a:ext cx="254000" cy="1778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4">
            <a:alphaModFix amt="38000"/>
          </a:blip>
          <a:stretch>
            <a:fillRect/>
          </a:stretch>
        </p:blipFill>
        <p:spPr>
          <a:xfrm>
            <a:off x="8115300" y="1143000"/>
            <a:ext cx="177800" cy="1778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5">
            <a:alphaModFix amt="38000"/>
          </a:blip>
          <a:stretch>
            <a:fillRect/>
          </a:stretch>
        </p:blipFill>
        <p:spPr>
          <a:xfrm>
            <a:off x="2222500" y="1143000"/>
            <a:ext cx="177800" cy="1905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6">
            <a:alphaModFix amt="38000"/>
          </a:blip>
          <a:stretch>
            <a:fillRect/>
          </a:stretch>
        </p:blipFill>
        <p:spPr>
          <a:xfrm>
            <a:off x="8826500" y="1130300"/>
            <a:ext cx="215900" cy="2159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7">
            <a:alphaModFix amt="38000"/>
          </a:blip>
          <a:stretch>
            <a:fillRect/>
          </a:stretch>
        </p:blipFill>
        <p:spPr>
          <a:xfrm>
            <a:off x="9550400" y="1143000"/>
            <a:ext cx="190500" cy="1905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8">
            <a:alphaModFix amt="38000"/>
          </a:blip>
          <a:stretch>
            <a:fillRect/>
          </a:stretch>
        </p:blipFill>
        <p:spPr>
          <a:xfrm>
            <a:off x="11734800" y="1143000"/>
            <a:ext cx="190500" cy="1905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9">
            <a:alphaModFix amt="38000"/>
          </a:blip>
          <a:stretch>
            <a:fillRect/>
          </a:stretch>
        </p:blipFill>
        <p:spPr>
          <a:xfrm>
            <a:off x="10985500" y="1117600"/>
            <a:ext cx="228600" cy="2286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20">
            <a:alphaModFix amt="38000"/>
          </a:blip>
          <a:stretch>
            <a:fillRect/>
          </a:stretch>
        </p:blipFill>
        <p:spPr>
          <a:xfrm>
            <a:off x="10261600" y="1143000"/>
            <a:ext cx="190500" cy="1905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21">
            <a:alphaModFix amt="38000"/>
          </a:blip>
          <a:stretch>
            <a:fillRect/>
          </a:stretch>
        </p:blipFill>
        <p:spPr>
          <a:xfrm>
            <a:off x="4356100" y="1104900"/>
            <a:ext cx="266700" cy="2667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22">
            <a:alphaModFix amt="38000"/>
          </a:blip>
          <a:stretch>
            <a:fillRect/>
          </a:stretch>
        </p:blipFill>
        <p:spPr>
          <a:xfrm>
            <a:off x="5143500" y="1130300"/>
            <a:ext cx="215900" cy="2159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23">
            <a:alphaModFix amt="38000"/>
          </a:blip>
          <a:stretch>
            <a:fillRect/>
          </a:stretch>
        </p:blipFill>
        <p:spPr>
          <a:xfrm>
            <a:off x="12446000" y="1143000"/>
            <a:ext cx="190500" cy="1778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76300" y="1181100"/>
            <a:ext cx="127000" cy="1270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079500" y="1181100"/>
            <a:ext cx="127000" cy="127000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295400" y="1181100"/>
            <a:ext cx="127000" cy="127000"/>
          </a:xfrm>
          <a:prstGeom prst="rect">
            <a:avLst/>
          </a:prstGeom>
        </p:spPr>
      </p:pic>
      <p:pic>
        <p:nvPicPr>
          <p:cNvPr id="27" name="Picture 27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0109200" y="2222500"/>
            <a:ext cx="393700" cy="393700"/>
          </a:xfrm>
          <a:prstGeom prst="rect">
            <a:avLst/>
          </a:prstGeom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8173700" y="6210300"/>
            <a:ext cx="6172200" cy="736600"/>
          </a:xfrm>
          <a:prstGeom prst="rect">
            <a:avLst/>
          </a:prstGeom>
        </p:spPr>
      </p:pic>
      <p:pic>
        <p:nvPicPr>
          <p:cNvPr id="29" name="Picture 29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5295900" y="2781300"/>
            <a:ext cx="12192000" cy="6858000"/>
          </a:xfrm>
          <a:prstGeom prst="rect">
            <a:avLst/>
          </a:prstGeom>
          <a:effectLst>
            <a:outerShdw dist="158234" dir="2760000">
              <a:srgbClr val="000000">
                <a:alpha val="15000"/>
              </a:srgbClr>
            </a:outerShdw>
          </a:effectLst>
        </p:spPr>
      </p:pic>
      <p:pic>
        <p:nvPicPr>
          <p:cNvPr id="30" name="Picture 30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6692900" y="2819400"/>
            <a:ext cx="9677400" cy="6807200"/>
          </a:xfrm>
          <a:prstGeom prst="rect">
            <a:avLst/>
          </a:prstGeom>
        </p:spPr>
      </p:pic>
      <p:sp>
        <p:nvSpPr>
          <p:cNvPr id="31" name="TextBox 31"/>
          <p:cNvSpPr txBox="1"/>
          <p:nvPr/>
        </p:nvSpPr>
        <p:spPr>
          <a:xfrm rot="21600000">
            <a:off x="10642600" y="2197100"/>
            <a:ext cx="23876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79679"/>
              </a:lnSpc>
            </a:pPr>
            <a:r>
              <a:rPr lang="en-US" sz="2700" b="0" i="0" u="none" strike="noStrike" spc="100">
                <a:solidFill>
                  <a:srgbClr val="18A8F1"/>
                </a:solidFill>
                <a:latin typeface="DungGeunMo"/>
              </a:rPr>
              <a:t>GameManager</a:t>
            </a:r>
          </a:p>
        </p:txBody>
      </p:sp>
      <p:sp>
        <p:nvSpPr>
          <p:cNvPr id="32" name="TextBox 32"/>
          <p:cNvSpPr txBox="1"/>
          <p:nvPr/>
        </p:nvSpPr>
        <p:spPr>
          <a:xfrm rot="21600000">
            <a:off x="5245100" y="2247900"/>
            <a:ext cx="48514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79679"/>
              </a:lnSpc>
            </a:pPr>
            <a:r>
              <a:rPr lang="en-US" sz="1800" b="0" i="0" u="none" strike="noStrike" spc="100">
                <a:solidFill>
                  <a:srgbClr val="18A8F1"/>
                </a:solidFill>
                <a:latin typeface="DungGeunMo"/>
              </a:rPr>
              <a:t>------------------------------------&gt;&gt;</a:t>
            </a:r>
          </a:p>
        </p:txBody>
      </p:sp>
      <p:sp>
        <p:nvSpPr>
          <p:cNvPr id="33" name="TextBox 33"/>
          <p:cNvSpPr txBox="1"/>
          <p:nvPr/>
        </p:nvSpPr>
        <p:spPr>
          <a:xfrm rot="10800000">
            <a:off x="12065000" y="2260600"/>
            <a:ext cx="54356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79679"/>
              </a:lnSpc>
            </a:pPr>
            <a:r>
              <a:rPr lang="en-US" sz="1800" b="0" i="0" u="none" strike="noStrike" spc="100">
                <a:solidFill>
                  <a:srgbClr val="18A8F1"/>
                </a:solidFill>
                <a:latin typeface="DungGeunMo"/>
              </a:rPr>
              <a:t>------------------------------------&gt;&gt;</a:t>
            </a:r>
          </a:p>
        </p:txBody>
      </p:sp>
      <p:sp>
        <p:nvSpPr>
          <p:cNvPr id="34" name="TextBox 34"/>
          <p:cNvSpPr txBox="1"/>
          <p:nvPr/>
        </p:nvSpPr>
        <p:spPr>
          <a:xfrm rot="21600000">
            <a:off x="825500" y="2171700"/>
            <a:ext cx="3606800" cy="1524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79679"/>
              </a:lnSpc>
            </a:pPr>
            <a:r>
              <a:rPr lang="ko-KR" sz="6200" b="0" i="0" u="none" strike="noStrike" spc="-700">
                <a:solidFill>
                  <a:srgbClr val="FFFFFF"/>
                </a:solidFill>
                <a:ea typeface="DungGeunMo"/>
              </a:rPr>
              <a:t>구조</a:t>
            </a:r>
            <a:r>
              <a:rPr lang="en-US" sz="6200" b="0" i="0" u="none" strike="noStrike" spc="-700">
                <a:solidFill>
                  <a:srgbClr val="FFFFFF"/>
                </a:solidFill>
                <a:latin typeface="DungGeunMo"/>
              </a:rPr>
              <a:t> </a:t>
            </a:r>
            <a:r>
              <a:rPr lang="ko-KR" sz="6200" b="0" i="0" u="none" strike="noStrike" spc="-700">
                <a:solidFill>
                  <a:srgbClr val="FFFFFF"/>
                </a:solidFill>
                <a:ea typeface="DungGeunMo"/>
              </a:rPr>
              <a:t>기능</a:t>
            </a:r>
          </a:p>
          <a:p>
            <a:pPr lvl="0" algn="l">
              <a:lnSpc>
                <a:spcPct val="79679"/>
              </a:lnSpc>
            </a:pPr>
            <a:r>
              <a:rPr lang="ko-KR" sz="6200" b="0" i="0" u="none" strike="noStrike" spc="-700">
                <a:solidFill>
                  <a:srgbClr val="FFFFFF"/>
                </a:solidFill>
                <a:ea typeface="DungGeunMo"/>
              </a:rPr>
              <a:t>및</a:t>
            </a:r>
            <a:r>
              <a:rPr lang="en-US" sz="6200" b="0" i="0" u="none" strike="noStrike" spc="-700">
                <a:solidFill>
                  <a:srgbClr val="FFFFFF"/>
                </a:solidFill>
                <a:latin typeface="DungGeunMo"/>
              </a:rPr>
              <a:t> </a:t>
            </a:r>
            <a:r>
              <a:rPr lang="ko-KR" sz="6200" b="0" i="0" u="none" strike="noStrike" spc="-700">
                <a:solidFill>
                  <a:srgbClr val="FFFFFF"/>
                </a:solidFill>
                <a:ea typeface="DungGeunMo"/>
              </a:rPr>
              <a:t>설계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63600" y="3797300"/>
            <a:ext cx="2908300" cy="254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07070"/>
              </a:lnSpc>
            </a:pPr>
            <a:r>
              <a:rPr lang="en-US" sz="1500" b="0" i="0" u="none" strike="noStrike">
                <a:solidFill>
                  <a:srgbClr val="18A8F1"/>
                </a:solidFill>
                <a:latin typeface="DungGeunMo"/>
              </a:rPr>
              <a:t>Implementation of features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50900" y="4330700"/>
            <a:ext cx="3225800" cy="254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02919"/>
              </a:lnSpc>
            </a:pPr>
            <a:r>
              <a:rPr lang="ko-KR" sz="1400" b="0" i="0" u="none" strike="noStrike" spc="-100">
                <a:solidFill>
                  <a:srgbClr val="F6F6F6">
                    <a:alpha val="47059"/>
                  </a:srgbClr>
                </a:solidFill>
                <a:ea typeface="Pretendard Regular"/>
              </a:rPr>
              <a:t>던전</a:t>
            </a:r>
            <a:r>
              <a:rPr lang="en-US" sz="1400" b="0" i="0" u="none" strike="noStrike" spc="-100">
                <a:solidFill>
                  <a:srgbClr val="F6F6F6">
                    <a:alpha val="47059"/>
                  </a:srgbClr>
                </a:solidFill>
                <a:latin typeface="Pretendard Regular"/>
              </a:rPr>
              <a:t> </a:t>
            </a:r>
            <a:r>
              <a:rPr lang="ko-KR" sz="1400" b="0" i="0" u="none" strike="noStrike" spc="-100">
                <a:solidFill>
                  <a:srgbClr val="F6F6F6">
                    <a:alpha val="47059"/>
                  </a:srgbClr>
                </a:solidFill>
                <a:ea typeface="Pretendard Regular"/>
              </a:rPr>
              <a:t>탐색</a:t>
            </a:r>
            <a:r>
              <a:rPr lang="en-US" sz="1400" b="0" i="0" u="none" strike="noStrike" spc="-100">
                <a:solidFill>
                  <a:srgbClr val="F6F6F6">
                    <a:alpha val="47059"/>
                  </a:srgbClr>
                </a:solidFill>
                <a:latin typeface="Pretendard Regular"/>
              </a:rPr>
              <a:t> </a:t>
            </a:r>
            <a:r>
              <a:rPr lang="ko-KR" sz="1400" b="0" i="0" u="none" strike="noStrike" spc="-100">
                <a:solidFill>
                  <a:srgbClr val="F6F6F6">
                    <a:alpha val="47059"/>
                  </a:srgbClr>
                </a:solidFill>
                <a:ea typeface="Pretendard Regular"/>
              </a:rPr>
              <a:t>기반의</a:t>
            </a:r>
            <a:r>
              <a:rPr lang="en-US" sz="1400" b="0" i="0" u="none" strike="noStrike" spc="-100">
                <a:solidFill>
                  <a:srgbClr val="F6F6F6">
                    <a:alpha val="47059"/>
                  </a:srgbClr>
                </a:solidFill>
                <a:latin typeface="Pretendard Regular"/>
              </a:rPr>
              <a:t> </a:t>
            </a:r>
            <a:r>
              <a:rPr lang="ko-KR" sz="1400" b="0" i="0" u="none" strike="noStrike" spc="-100">
                <a:solidFill>
                  <a:srgbClr val="F6F6F6">
                    <a:alpha val="47059"/>
                  </a:srgbClr>
                </a:solidFill>
                <a:ea typeface="Pretendard Regular"/>
              </a:rPr>
              <a:t>턴제</a:t>
            </a:r>
            <a:r>
              <a:rPr lang="en-US" sz="1400" b="0" i="0" u="none" strike="noStrike" spc="-100">
                <a:solidFill>
                  <a:srgbClr val="F6F6F6">
                    <a:alpha val="47059"/>
                  </a:srgbClr>
                </a:solidFill>
                <a:latin typeface="Pretendard Regular"/>
              </a:rPr>
              <a:t>  RPG </a:t>
            </a:r>
            <a:r>
              <a:rPr lang="ko-KR" sz="1400" b="0" i="0" u="none" strike="noStrike" spc="-100">
                <a:solidFill>
                  <a:srgbClr val="F6F6F6">
                    <a:alpha val="47059"/>
                  </a:srgbClr>
                </a:solidFill>
                <a:ea typeface="Pretendard Regular"/>
              </a:rPr>
              <a:t>구현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863600" y="368300"/>
            <a:ext cx="4394200" cy="304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07070"/>
              </a:lnSpc>
            </a:pPr>
            <a:r>
              <a:rPr lang="en-US" sz="1700" b="0" i="0" u="none" strike="noStrike">
                <a:solidFill>
                  <a:srgbClr val="FFFFFF"/>
                </a:solidFill>
                <a:latin typeface="DungGeunMo"/>
              </a:rPr>
              <a:t>SPARTA </a:t>
            </a:r>
            <a:r>
              <a:rPr lang="ko-KR" sz="1700" b="0" i="0" u="none" strike="noStrike">
                <a:solidFill>
                  <a:srgbClr val="FFFFFF"/>
                </a:solidFill>
                <a:ea typeface="DungGeunMo"/>
              </a:rPr>
              <a:t>내일배움캠프</a:t>
            </a:r>
            <a:r>
              <a:rPr lang="en-US" sz="1700" b="0" i="0" u="none" strike="noStrike">
                <a:solidFill>
                  <a:srgbClr val="FFFFFF"/>
                </a:solidFill>
                <a:latin typeface="DungGeunMo"/>
              </a:rPr>
              <a:t> Unreal 5,6</a:t>
            </a:r>
            <a:r>
              <a:rPr lang="ko-KR" sz="1700" b="0" i="0" u="none" strike="noStrike">
                <a:solidFill>
                  <a:srgbClr val="FFFFFF"/>
                </a:solidFill>
                <a:ea typeface="DungGeunMo"/>
              </a:rPr>
              <a:t>기</a:t>
            </a:r>
            <a:r>
              <a:rPr lang="en-US" sz="1700" b="0" i="0" u="none" strike="noStrike">
                <a:solidFill>
                  <a:srgbClr val="FFFFFF"/>
                </a:solidFill>
                <a:latin typeface="DungGeunMo"/>
              </a:rPr>
              <a:t> - CH2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030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78400" y="393700"/>
            <a:ext cx="190500" cy="1905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94200" y="393700"/>
            <a:ext cx="215900" cy="2159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-165100" y="6070600"/>
            <a:ext cx="9093200" cy="12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386300" y="393700"/>
            <a:ext cx="215900" cy="2159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79900" y="3492500"/>
            <a:ext cx="215900" cy="2159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0900" y="5092700"/>
            <a:ext cx="647700" cy="762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101600" y="952500"/>
            <a:ext cx="18491200" cy="5715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>
            <a:alphaModFix amt="38000"/>
          </a:blip>
          <a:stretch>
            <a:fillRect/>
          </a:stretch>
        </p:blipFill>
        <p:spPr>
          <a:xfrm>
            <a:off x="2921000" y="1143000"/>
            <a:ext cx="177800" cy="1778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>
            <a:alphaModFix amt="38000"/>
          </a:blip>
          <a:stretch>
            <a:fillRect/>
          </a:stretch>
        </p:blipFill>
        <p:spPr>
          <a:xfrm>
            <a:off x="3632200" y="1130300"/>
            <a:ext cx="215900" cy="2159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>
            <a:alphaModFix amt="38000"/>
          </a:blip>
          <a:stretch>
            <a:fillRect/>
          </a:stretch>
        </p:blipFill>
        <p:spPr>
          <a:xfrm>
            <a:off x="5880100" y="1143000"/>
            <a:ext cx="228600" cy="1905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>
            <a:alphaModFix amt="38000"/>
          </a:blip>
          <a:stretch>
            <a:fillRect/>
          </a:stretch>
        </p:blipFill>
        <p:spPr>
          <a:xfrm>
            <a:off x="6629400" y="1143000"/>
            <a:ext cx="190500" cy="1905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3">
            <a:alphaModFix amt="38000"/>
          </a:blip>
          <a:stretch>
            <a:fillRect/>
          </a:stretch>
        </p:blipFill>
        <p:spPr>
          <a:xfrm>
            <a:off x="7340600" y="1143000"/>
            <a:ext cx="254000" cy="1778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4">
            <a:alphaModFix amt="38000"/>
          </a:blip>
          <a:stretch>
            <a:fillRect/>
          </a:stretch>
        </p:blipFill>
        <p:spPr>
          <a:xfrm>
            <a:off x="8115300" y="1143000"/>
            <a:ext cx="177800" cy="1778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5">
            <a:alphaModFix amt="38000"/>
          </a:blip>
          <a:stretch>
            <a:fillRect/>
          </a:stretch>
        </p:blipFill>
        <p:spPr>
          <a:xfrm>
            <a:off x="2222500" y="1143000"/>
            <a:ext cx="177800" cy="1905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6">
            <a:alphaModFix amt="38000"/>
          </a:blip>
          <a:stretch>
            <a:fillRect/>
          </a:stretch>
        </p:blipFill>
        <p:spPr>
          <a:xfrm>
            <a:off x="8826500" y="1130300"/>
            <a:ext cx="215900" cy="2159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7">
            <a:alphaModFix amt="38000"/>
          </a:blip>
          <a:stretch>
            <a:fillRect/>
          </a:stretch>
        </p:blipFill>
        <p:spPr>
          <a:xfrm>
            <a:off x="9550400" y="1143000"/>
            <a:ext cx="190500" cy="1905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8">
            <a:alphaModFix amt="38000"/>
          </a:blip>
          <a:stretch>
            <a:fillRect/>
          </a:stretch>
        </p:blipFill>
        <p:spPr>
          <a:xfrm>
            <a:off x="11734800" y="1143000"/>
            <a:ext cx="190500" cy="1905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9">
            <a:alphaModFix amt="38000"/>
          </a:blip>
          <a:stretch>
            <a:fillRect/>
          </a:stretch>
        </p:blipFill>
        <p:spPr>
          <a:xfrm>
            <a:off x="10985500" y="1117600"/>
            <a:ext cx="228600" cy="2286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20">
            <a:alphaModFix amt="38000"/>
          </a:blip>
          <a:stretch>
            <a:fillRect/>
          </a:stretch>
        </p:blipFill>
        <p:spPr>
          <a:xfrm>
            <a:off x="10261600" y="1143000"/>
            <a:ext cx="190500" cy="1905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21">
            <a:alphaModFix amt="38000"/>
          </a:blip>
          <a:stretch>
            <a:fillRect/>
          </a:stretch>
        </p:blipFill>
        <p:spPr>
          <a:xfrm>
            <a:off x="4356100" y="1104900"/>
            <a:ext cx="266700" cy="2667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22">
            <a:alphaModFix amt="38000"/>
          </a:blip>
          <a:stretch>
            <a:fillRect/>
          </a:stretch>
        </p:blipFill>
        <p:spPr>
          <a:xfrm>
            <a:off x="5143500" y="1130300"/>
            <a:ext cx="215900" cy="2159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23">
            <a:alphaModFix amt="38000"/>
          </a:blip>
          <a:stretch>
            <a:fillRect/>
          </a:stretch>
        </p:blipFill>
        <p:spPr>
          <a:xfrm>
            <a:off x="12446000" y="1143000"/>
            <a:ext cx="190500" cy="1778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76300" y="1181100"/>
            <a:ext cx="127000" cy="1270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079500" y="1181100"/>
            <a:ext cx="127000" cy="127000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295400" y="1181100"/>
            <a:ext cx="127000" cy="127000"/>
          </a:xfrm>
          <a:prstGeom prst="rect">
            <a:avLst/>
          </a:prstGeom>
        </p:spPr>
      </p:pic>
      <p:pic>
        <p:nvPicPr>
          <p:cNvPr id="27" name="Picture 27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0109200" y="2222500"/>
            <a:ext cx="393700" cy="393700"/>
          </a:xfrm>
          <a:prstGeom prst="rect">
            <a:avLst/>
          </a:prstGeom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8173700" y="6210300"/>
            <a:ext cx="6172200" cy="736600"/>
          </a:xfrm>
          <a:prstGeom prst="rect">
            <a:avLst/>
          </a:prstGeom>
        </p:spPr>
      </p:pic>
      <p:pic>
        <p:nvPicPr>
          <p:cNvPr id="29" name="Picture 29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5295900" y="2781300"/>
            <a:ext cx="12192000" cy="6858000"/>
          </a:xfrm>
          <a:prstGeom prst="rect">
            <a:avLst/>
          </a:prstGeom>
          <a:effectLst>
            <a:outerShdw dist="158234" dir="2760000">
              <a:srgbClr val="000000">
                <a:alpha val="15000"/>
              </a:srgbClr>
            </a:outerShdw>
          </a:effectLst>
        </p:spPr>
      </p:pic>
      <p:pic>
        <p:nvPicPr>
          <p:cNvPr id="30" name="Picture 30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8686800" y="2755900"/>
            <a:ext cx="8721272" cy="6857999"/>
          </a:xfrm>
          <a:prstGeom prst="rect">
            <a:avLst/>
          </a:prstGeom>
        </p:spPr>
      </p:pic>
      <p:sp>
        <p:nvSpPr>
          <p:cNvPr id="31" name="TextBox 31"/>
          <p:cNvSpPr txBox="1"/>
          <p:nvPr/>
        </p:nvSpPr>
        <p:spPr>
          <a:xfrm rot="21600000">
            <a:off x="10642600" y="2197100"/>
            <a:ext cx="23876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79679"/>
              </a:lnSpc>
            </a:pPr>
            <a:r>
              <a:rPr lang="en-US" sz="2700" b="0" i="0" u="none" strike="noStrike" spc="100">
                <a:solidFill>
                  <a:srgbClr val="18A8F1"/>
                </a:solidFill>
                <a:latin typeface="DungGeunMo"/>
              </a:rPr>
              <a:t>MapManager</a:t>
            </a:r>
          </a:p>
        </p:txBody>
      </p:sp>
      <p:sp>
        <p:nvSpPr>
          <p:cNvPr id="32" name="TextBox 32"/>
          <p:cNvSpPr txBox="1"/>
          <p:nvPr/>
        </p:nvSpPr>
        <p:spPr>
          <a:xfrm rot="21600000">
            <a:off x="5245100" y="2247900"/>
            <a:ext cx="48514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79679"/>
              </a:lnSpc>
            </a:pPr>
            <a:r>
              <a:rPr lang="en-US" sz="1800" b="0" i="0" u="none" strike="noStrike" spc="100">
                <a:solidFill>
                  <a:srgbClr val="18A8F1"/>
                </a:solidFill>
                <a:latin typeface="DungGeunMo"/>
              </a:rPr>
              <a:t>------------------------------------&gt;&gt;</a:t>
            </a:r>
          </a:p>
        </p:txBody>
      </p:sp>
      <p:sp>
        <p:nvSpPr>
          <p:cNvPr id="33" name="TextBox 33"/>
          <p:cNvSpPr txBox="1"/>
          <p:nvPr/>
        </p:nvSpPr>
        <p:spPr>
          <a:xfrm rot="10800000">
            <a:off x="12065000" y="2260600"/>
            <a:ext cx="54356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79679"/>
              </a:lnSpc>
            </a:pPr>
            <a:r>
              <a:rPr lang="en-US" sz="1800" b="0" i="0" u="none" strike="noStrike" spc="100">
                <a:solidFill>
                  <a:srgbClr val="18A8F1"/>
                </a:solidFill>
                <a:latin typeface="DungGeunMo"/>
              </a:rPr>
              <a:t>------------------------------------&gt;&gt;</a:t>
            </a:r>
          </a:p>
        </p:txBody>
      </p:sp>
      <p:sp>
        <p:nvSpPr>
          <p:cNvPr id="34" name="TextBox 34"/>
          <p:cNvSpPr txBox="1"/>
          <p:nvPr/>
        </p:nvSpPr>
        <p:spPr>
          <a:xfrm rot="21600000">
            <a:off x="825500" y="2171700"/>
            <a:ext cx="3606800" cy="1524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79679"/>
              </a:lnSpc>
            </a:pPr>
            <a:r>
              <a:rPr lang="ko-KR" sz="6200" b="0" i="0" u="none" strike="noStrike" spc="-700">
                <a:solidFill>
                  <a:srgbClr val="FFFFFF"/>
                </a:solidFill>
                <a:ea typeface="DungGeunMo"/>
              </a:rPr>
              <a:t>구조</a:t>
            </a:r>
            <a:r>
              <a:rPr lang="en-US" sz="6200" b="0" i="0" u="none" strike="noStrike" spc="-700">
                <a:solidFill>
                  <a:srgbClr val="FFFFFF"/>
                </a:solidFill>
                <a:latin typeface="DungGeunMo"/>
              </a:rPr>
              <a:t> </a:t>
            </a:r>
            <a:r>
              <a:rPr lang="ko-KR" sz="6200" b="0" i="0" u="none" strike="noStrike" spc="-700">
                <a:solidFill>
                  <a:srgbClr val="FFFFFF"/>
                </a:solidFill>
                <a:ea typeface="DungGeunMo"/>
              </a:rPr>
              <a:t>기능</a:t>
            </a:r>
          </a:p>
          <a:p>
            <a:pPr lvl="0" algn="l">
              <a:lnSpc>
                <a:spcPct val="79679"/>
              </a:lnSpc>
            </a:pPr>
            <a:r>
              <a:rPr lang="ko-KR" sz="6200" b="0" i="0" u="none" strike="noStrike" spc="-700">
                <a:solidFill>
                  <a:srgbClr val="FFFFFF"/>
                </a:solidFill>
                <a:ea typeface="DungGeunMo"/>
              </a:rPr>
              <a:t>및</a:t>
            </a:r>
            <a:r>
              <a:rPr lang="en-US" sz="6200" b="0" i="0" u="none" strike="noStrike" spc="-700">
                <a:solidFill>
                  <a:srgbClr val="FFFFFF"/>
                </a:solidFill>
                <a:latin typeface="DungGeunMo"/>
              </a:rPr>
              <a:t> </a:t>
            </a:r>
            <a:r>
              <a:rPr lang="ko-KR" sz="6200" b="0" i="0" u="none" strike="noStrike" spc="-700">
                <a:solidFill>
                  <a:srgbClr val="FFFFFF"/>
                </a:solidFill>
                <a:ea typeface="DungGeunMo"/>
              </a:rPr>
              <a:t>설계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63600" y="3797300"/>
            <a:ext cx="2908300" cy="254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07070"/>
              </a:lnSpc>
            </a:pPr>
            <a:r>
              <a:rPr lang="en-US" sz="1500" b="0" i="0" u="none" strike="noStrike">
                <a:solidFill>
                  <a:srgbClr val="18A8F1"/>
                </a:solidFill>
                <a:latin typeface="DungGeunMo"/>
              </a:rPr>
              <a:t>Implementation of features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50900" y="4330700"/>
            <a:ext cx="3225800" cy="254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02919"/>
              </a:lnSpc>
            </a:pPr>
            <a:r>
              <a:rPr lang="ko-KR" sz="1400" b="0" i="0" u="none" strike="noStrike" spc="-100">
                <a:solidFill>
                  <a:srgbClr val="F6F6F6">
                    <a:alpha val="47059"/>
                  </a:srgbClr>
                </a:solidFill>
                <a:ea typeface="Pretendard Regular"/>
              </a:rPr>
              <a:t>던전</a:t>
            </a:r>
            <a:r>
              <a:rPr lang="en-US" sz="1400" b="0" i="0" u="none" strike="noStrike" spc="-100">
                <a:solidFill>
                  <a:srgbClr val="F6F6F6">
                    <a:alpha val="47059"/>
                  </a:srgbClr>
                </a:solidFill>
                <a:latin typeface="Pretendard Regular"/>
              </a:rPr>
              <a:t> </a:t>
            </a:r>
            <a:r>
              <a:rPr lang="ko-KR" sz="1400" b="0" i="0" u="none" strike="noStrike" spc="-100">
                <a:solidFill>
                  <a:srgbClr val="F6F6F6">
                    <a:alpha val="47059"/>
                  </a:srgbClr>
                </a:solidFill>
                <a:ea typeface="Pretendard Regular"/>
              </a:rPr>
              <a:t>탐색</a:t>
            </a:r>
            <a:r>
              <a:rPr lang="en-US" sz="1400" b="0" i="0" u="none" strike="noStrike" spc="-100">
                <a:solidFill>
                  <a:srgbClr val="F6F6F6">
                    <a:alpha val="47059"/>
                  </a:srgbClr>
                </a:solidFill>
                <a:latin typeface="Pretendard Regular"/>
              </a:rPr>
              <a:t> </a:t>
            </a:r>
            <a:r>
              <a:rPr lang="ko-KR" sz="1400" b="0" i="0" u="none" strike="noStrike" spc="-100">
                <a:solidFill>
                  <a:srgbClr val="F6F6F6">
                    <a:alpha val="47059"/>
                  </a:srgbClr>
                </a:solidFill>
                <a:ea typeface="Pretendard Regular"/>
              </a:rPr>
              <a:t>기반의</a:t>
            </a:r>
            <a:r>
              <a:rPr lang="en-US" sz="1400" b="0" i="0" u="none" strike="noStrike" spc="-100">
                <a:solidFill>
                  <a:srgbClr val="F6F6F6">
                    <a:alpha val="47059"/>
                  </a:srgbClr>
                </a:solidFill>
                <a:latin typeface="Pretendard Regular"/>
              </a:rPr>
              <a:t> </a:t>
            </a:r>
            <a:r>
              <a:rPr lang="ko-KR" sz="1400" b="0" i="0" u="none" strike="noStrike" spc="-100">
                <a:solidFill>
                  <a:srgbClr val="F6F6F6">
                    <a:alpha val="47059"/>
                  </a:srgbClr>
                </a:solidFill>
                <a:ea typeface="Pretendard Regular"/>
              </a:rPr>
              <a:t>턴제</a:t>
            </a:r>
            <a:r>
              <a:rPr lang="en-US" sz="1400" b="0" i="0" u="none" strike="noStrike" spc="-100">
                <a:solidFill>
                  <a:srgbClr val="F6F6F6">
                    <a:alpha val="47059"/>
                  </a:srgbClr>
                </a:solidFill>
                <a:latin typeface="Pretendard Regular"/>
              </a:rPr>
              <a:t>  RPG </a:t>
            </a:r>
            <a:r>
              <a:rPr lang="ko-KR" sz="1400" b="0" i="0" u="none" strike="noStrike" spc="-100">
                <a:solidFill>
                  <a:srgbClr val="F6F6F6">
                    <a:alpha val="47059"/>
                  </a:srgbClr>
                </a:solidFill>
                <a:ea typeface="Pretendard Regular"/>
              </a:rPr>
              <a:t>구현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863600" y="368300"/>
            <a:ext cx="4394200" cy="304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07070"/>
              </a:lnSpc>
            </a:pPr>
            <a:r>
              <a:rPr lang="en-US" sz="1700" b="0" i="0" u="none" strike="noStrike">
                <a:solidFill>
                  <a:srgbClr val="FFFFFF"/>
                </a:solidFill>
                <a:latin typeface="DungGeunMo"/>
              </a:rPr>
              <a:t>SPARTA </a:t>
            </a:r>
            <a:r>
              <a:rPr lang="ko-KR" sz="1700" b="0" i="0" u="none" strike="noStrike">
                <a:solidFill>
                  <a:srgbClr val="FFFFFF"/>
                </a:solidFill>
                <a:ea typeface="DungGeunMo"/>
              </a:rPr>
              <a:t>내일배움캠프</a:t>
            </a:r>
            <a:r>
              <a:rPr lang="en-US" sz="1700" b="0" i="0" u="none" strike="noStrike">
                <a:solidFill>
                  <a:srgbClr val="FFFFFF"/>
                </a:solidFill>
                <a:latin typeface="DungGeunMo"/>
              </a:rPr>
              <a:t> Unreal 5,6</a:t>
            </a:r>
            <a:r>
              <a:rPr lang="ko-KR" sz="1700" b="0" i="0" u="none" strike="noStrike">
                <a:solidFill>
                  <a:srgbClr val="FFFFFF"/>
                </a:solidFill>
                <a:ea typeface="DungGeunMo"/>
              </a:rPr>
              <a:t>기</a:t>
            </a:r>
            <a:r>
              <a:rPr lang="en-US" sz="1700" b="0" i="0" u="none" strike="noStrike">
                <a:solidFill>
                  <a:srgbClr val="FFFFFF"/>
                </a:solidFill>
                <a:latin typeface="DungGeunMo"/>
              </a:rPr>
              <a:t> - CH2</a:t>
            </a:r>
          </a:p>
        </p:txBody>
      </p:sp>
      <p:sp>
        <p:nvSpPr>
          <p:cNvPr id="38" name="AutoShape 2">
            <a:extLst>
              <a:ext uri="{FF2B5EF4-FFF2-40B4-BE49-F238E27FC236}">
                <a16:creationId xmlns:a16="http://schemas.microsoft.com/office/drawing/2014/main" id="{3BE66143-B9C5-9693-BFE1-EA02EAA372E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41" name="그림 40">
            <a:extLst>
              <a:ext uri="{FF2B5EF4-FFF2-40B4-BE49-F238E27FC236}">
                <a16:creationId xmlns:a16="http://schemas.microsoft.com/office/drawing/2014/main" id="{5D939EA9-3611-85D6-BB16-EF1500A263CD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3007" y="2833930"/>
            <a:ext cx="3140485" cy="657677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030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78400" y="393700"/>
            <a:ext cx="190500" cy="1905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94200" y="393700"/>
            <a:ext cx="215900" cy="2159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-165100" y="6070600"/>
            <a:ext cx="9093200" cy="12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386300" y="393700"/>
            <a:ext cx="215900" cy="2159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79900" y="3492500"/>
            <a:ext cx="215900" cy="2159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0900" y="5092700"/>
            <a:ext cx="647700" cy="762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101600" y="952500"/>
            <a:ext cx="18491200" cy="5715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>
            <a:alphaModFix amt="38000"/>
          </a:blip>
          <a:stretch>
            <a:fillRect/>
          </a:stretch>
        </p:blipFill>
        <p:spPr>
          <a:xfrm>
            <a:off x="2921000" y="1143000"/>
            <a:ext cx="177800" cy="1778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>
            <a:alphaModFix amt="38000"/>
          </a:blip>
          <a:stretch>
            <a:fillRect/>
          </a:stretch>
        </p:blipFill>
        <p:spPr>
          <a:xfrm>
            <a:off x="3632200" y="1130300"/>
            <a:ext cx="215900" cy="2159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>
            <a:alphaModFix amt="38000"/>
          </a:blip>
          <a:stretch>
            <a:fillRect/>
          </a:stretch>
        </p:blipFill>
        <p:spPr>
          <a:xfrm>
            <a:off x="5880100" y="1143000"/>
            <a:ext cx="228600" cy="1905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>
            <a:alphaModFix amt="38000"/>
          </a:blip>
          <a:stretch>
            <a:fillRect/>
          </a:stretch>
        </p:blipFill>
        <p:spPr>
          <a:xfrm>
            <a:off x="6629400" y="1143000"/>
            <a:ext cx="190500" cy="1905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3">
            <a:alphaModFix amt="38000"/>
          </a:blip>
          <a:stretch>
            <a:fillRect/>
          </a:stretch>
        </p:blipFill>
        <p:spPr>
          <a:xfrm>
            <a:off x="7340600" y="1143000"/>
            <a:ext cx="254000" cy="1778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4">
            <a:alphaModFix amt="38000"/>
          </a:blip>
          <a:stretch>
            <a:fillRect/>
          </a:stretch>
        </p:blipFill>
        <p:spPr>
          <a:xfrm>
            <a:off x="8115300" y="1143000"/>
            <a:ext cx="177800" cy="1778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5">
            <a:alphaModFix amt="38000"/>
          </a:blip>
          <a:stretch>
            <a:fillRect/>
          </a:stretch>
        </p:blipFill>
        <p:spPr>
          <a:xfrm>
            <a:off x="2222500" y="1143000"/>
            <a:ext cx="177800" cy="1905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6">
            <a:alphaModFix amt="38000"/>
          </a:blip>
          <a:stretch>
            <a:fillRect/>
          </a:stretch>
        </p:blipFill>
        <p:spPr>
          <a:xfrm>
            <a:off x="8826500" y="1130300"/>
            <a:ext cx="215900" cy="2159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7">
            <a:alphaModFix amt="38000"/>
          </a:blip>
          <a:stretch>
            <a:fillRect/>
          </a:stretch>
        </p:blipFill>
        <p:spPr>
          <a:xfrm>
            <a:off x="9550400" y="1143000"/>
            <a:ext cx="190500" cy="1905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8">
            <a:alphaModFix amt="38000"/>
          </a:blip>
          <a:stretch>
            <a:fillRect/>
          </a:stretch>
        </p:blipFill>
        <p:spPr>
          <a:xfrm>
            <a:off x="11734800" y="1143000"/>
            <a:ext cx="190500" cy="1905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9">
            <a:alphaModFix amt="38000"/>
          </a:blip>
          <a:stretch>
            <a:fillRect/>
          </a:stretch>
        </p:blipFill>
        <p:spPr>
          <a:xfrm>
            <a:off x="10985500" y="1117600"/>
            <a:ext cx="228600" cy="2286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20">
            <a:alphaModFix amt="38000"/>
          </a:blip>
          <a:stretch>
            <a:fillRect/>
          </a:stretch>
        </p:blipFill>
        <p:spPr>
          <a:xfrm>
            <a:off x="10261600" y="1143000"/>
            <a:ext cx="190500" cy="1905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21">
            <a:alphaModFix amt="38000"/>
          </a:blip>
          <a:stretch>
            <a:fillRect/>
          </a:stretch>
        </p:blipFill>
        <p:spPr>
          <a:xfrm>
            <a:off x="4356100" y="1104900"/>
            <a:ext cx="266700" cy="2667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22">
            <a:alphaModFix amt="38000"/>
          </a:blip>
          <a:stretch>
            <a:fillRect/>
          </a:stretch>
        </p:blipFill>
        <p:spPr>
          <a:xfrm>
            <a:off x="5143500" y="1130300"/>
            <a:ext cx="215900" cy="2159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23">
            <a:alphaModFix amt="38000"/>
          </a:blip>
          <a:stretch>
            <a:fillRect/>
          </a:stretch>
        </p:blipFill>
        <p:spPr>
          <a:xfrm>
            <a:off x="12446000" y="1143000"/>
            <a:ext cx="190500" cy="1778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76300" y="1181100"/>
            <a:ext cx="127000" cy="1270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079500" y="1181100"/>
            <a:ext cx="127000" cy="127000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295400" y="1181100"/>
            <a:ext cx="127000" cy="127000"/>
          </a:xfrm>
          <a:prstGeom prst="rect">
            <a:avLst/>
          </a:prstGeom>
        </p:spPr>
      </p:pic>
      <p:pic>
        <p:nvPicPr>
          <p:cNvPr id="27" name="Picture 27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8173700" y="6210300"/>
            <a:ext cx="6172200" cy="736600"/>
          </a:xfrm>
          <a:prstGeom prst="rect">
            <a:avLst/>
          </a:prstGeom>
        </p:spPr>
      </p:pic>
      <p:sp>
        <p:nvSpPr>
          <p:cNvPr id="28" name="TextBox 28"/>
          <p:cNvSpPr txBox="1"/>
          <p:nvPr/>
        </p:nvSpPr>
        <p:spPr>
          <a:xfrm rot="21600000">
            <a:off x="825500" y="2171700"/>
            <a:ext cx="3606800" cy="1524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79679"/>
              </a:lnSpc>
            </a:pPr>
            <a:r>
              <a:rPr lang="ko-KR" sz="6200" b="0" i="0" u="none" strike="noStrike" spc="-700">
                <a:solidFill>
                  <a:srgbClr val="FFFFFF"/>
                </a:solidFill>
                <a:ea typeface="DungGeunMo"/>
              </a:rPr>
              <a:t>구조</a:t>
            </a:r>
            <a:r>
              <a:rPr lang="en-US" sz="6200" b="0" i="0" u="none" strike="noStrike" spc="-700">
                <a:solidFill>
                  <a:srgbClr val="FFFFFF"/>
                </a:solidFill>
                <a:latin typeface="DungGeunMo"/>
              </a:rPr>
              <a:t> </a:t>
            </a:r>
            <a:r>
              <a:rPr lang="ko-KR" sz="6200" b="0" i="0" u="none" strike="noStrike" spc="-700">
                <a:solidFill>
                  <a:srgbClr val="FFFFFF"/>
                </a:solidFill>
                <a:ea typeface="DungGeunMo"/>
              </a:rPr>
              <a:t>기능</a:t>
            </a:r>
          </a:p>
          <a:p>
            <a:pPr lvl="0" algn="l">
              <a:lnSpc>
                <a:spcPct val="79679"/>
              </a:lnSpc>
            </a:pPr>
            <a:r>
              <a:rPr lang="ko-KR" sz="6200" b="0" i="0" u="none" strike="noStrike" spc="-700">
                <a:solidFill>
                  <a:srgbClr val="FFFFFF"/>
                </a:solidFill>
                <a:ea typeface="DungGeunMo"/>
              </a:rPr>
              <a:t>및</a:t>
            </a:r>
            <a:r>
              <a:rPr lang="en-US" sz="6200" b="0" i="0" u="none" strike="noStrike" spc="-700">
                <a:solidFill>
                  <a:srgbClr val="FFFFFF"/>
                </a:solidFill>
                <a:latin typeface="DungGeunMo"/>
              </a:rPr>
              <a:t> </a:t>
            </a:r>
            <a:r>
              <a:rPr lang="ko-KR" sz="6200" b="0" i="0" u="none" strike="noStrike" spc="-700">
                <a:solidFill>
                  <a:srgbClr val="FFFFFF"/>
                </a:solidFill>
                <a:ea typeface="DungGeunMo"/>
              </a:rPr>
              <a:t>설계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63600" y="3797300"/>
            <a:ext cx="2908300" cy="254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07070"/>
              </a:lnSpc>
            </a:pPr>
            <a:r>
              <a:rPr lang="en-US" sz="1500" b="0" i="0" u="none" strike="noStrike">
                <a:solidFill>
                  <a:srgbClr val="18A8F1"/>
                </a:solidFill>
                <a:latin typeface="DungGeunMo"/>
              </a:rPr>
              <a:t>Implementation of features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50900" y="4330700"/>
            <a:ext cx="3225800" cy="254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02919"/>
              </a:lnSpc>
            </a:pPr>
            <a:r>
              <a:rPr lang="ko-KR" sz="1400" b="0" i="0" u="none" strike="noStrike" spc="-100">
                <a:solidFill>
                  <a:srgbClr val="F6F6F6">
                    <a:alpha val="47059"/>
                  </a:srgbClr>
                </a:solidFill>
                <a:ea typeface="Pretendard Regular"/>
              </a:rPr>
              <a:t>던전</a:t>
            </a:r>
            <a:r>
              <a:rPr lang="en-US" sz="1400" b="0" i="0" u="none" strike="noStrike" spc="-100">
                <a:solidFill>
                  <a:srgbClr val="F6F6F6">
                    <a:alpha val="47059"/>
                  </a:srgbClr>
                </a:solidFill>
                <a:latin typeface="Pretendard Regular"/>
              </a:rPr>
              <a:t> </a:t>
            </a:r>
            <a:r>
              <a:rPr lang="ko-KR" sz="1400" b="0" i="0" u="none" strike="noStrike" spc="-100">
                <a:solidFill>
                  <a:srgbClr val="F6F6F6">
                    <a:alpha val="47059"/>
                  </a:srgbClr>
                </a:solidFill>
                <a:ea typeface="Pretendard Regular"/>
              </a:rPr>
              <a:t>탐색</a:t>
            </a:r>
            <a:r>
              <a:rPr lang="en-US" sz="1400" b="0" i="0" u="none" strike="noStrike" spc="-100">
                <a:solidFill>
                  <a:srgbClr val="F6F6F6">
                    <a:alpha val="47059"/>
                  </a:srgbClr>
                </a:solidFill>
                <a:latin typeface="Pretendard Regular"/>
              </a:rPr>
              <a:t> </a:t>
            </a:r>
            <a:r>
              <a:rPr lang="ko-KR" sz="1400" b="0" i="0" u="none" strike="noStrike" spc="-100">
                <a:solidFill>
                  <a:srgbClr val="F6F6F6">
                    <a:alpha val="47059"/>
                  </a:srgbClr>
                </a:solidFill>
                <a:ea typeface="Pretendard Regular"/>
              </a:rPr>
              <a:t>기반의</a:t>
            </a:r>
            <a:r>
              <a:rPr lang="en-US" sz="1400" b="0" i="0" u="none" strike="noStrike" spc="-100">
                <a:solidFill>
                  <a:srgbClr val="F6F6F6">
                    <a:alpha val="47059"/>
                  </a:srgbClr>
                </a:solidFill>
                <a:latin typeface="Pretendard Regular"/>
              </a:rPr>
              <a:t> </a:t>
            </a:r>
            <a:r>
              <a:rPr lang="ko-KR" sz="1400" b="0" i="0" u="none" strike="noStrike" spc="-100">
                <a:solidFill>
                  <a:srgbClr val="F6F6F6">
                    <a:alpha val="47059"/>
                  </a:srgbClr>
                </a:solidFill>
                <a:ea typeface="Pretendard Regular"/>
              </a:rPr>
              <a:t>턴제</a:t>
            </a:r>
            <a:r>
              <a:rPr lang="en-US" sz="1400" b="0" i="0" u="none" strike="noStrike" spc="-100">
                <a:solidFill>
                  <a:srgbClr val="F6F6F6">
                    <a:alpha val="47059"/>
                  </a:srgbClr>
                </a:solidFill>
                <a:latin typeface="Pretendard Regular"/>
              </a:rPr>
              <a:t>  RPG </a:t>
            </a:r>
            <a:r>
              <a:rPr lang="ko-KR" sz="1400" b="0" i="0" u="none" strike="noStrike" spc="-100">
                <a:solidFill>
                  <a:srgbClr val="F6F6F6">
                    <a:alpha val="47059"/>
                  </a:srgbClr>
                </a:solidFill>
                <a:ea typeface="Pretendard Regular"/>
              </a:rPr>
              <a:t>구현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63600" y="368300"/>
            <a:ext cx="4394200" cy="304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07070"/>
              </a:lnSpc>
            </a:pPr>
            <a:r>
              <a:rPr lang="en-US" sz="1700" b="0" i="0" u="none" strike="noStrike">
                <a:solidFill>
                  <a:srgbClr val="FFFFFF"/>
                </a:solidFill>
                <a:latin typeface="DungGeunMo"/>
              </a:rPr>
              <a:t>SPARTA </a:t>
            </a:r>
            <a:r>
              <a:rPr lang="ko-KR" sz="1700" b="0" i="0" u="none" strike="noStrike">
                <a:solidFill>
                  <a:srgbClr val="FFFFFF"/>
                </a:solidFill>
                <a:ea typeface="DungGeunMo"/>
              </a:rPr>
              <a:t>내일배움캠프</a:t>
            </a:r>
            <a:r>
              <a:rPr lang="en-US" sz="1700" b="0" i="0" u="none" strike="noStrike">
                <a:solidFill>
                  <a:srgbClr val="FFFFFF"/>
                </a:solidFill>
                <a:latin typeface="DungGeunMo"/>
              </a:rPr>
              <a:t> Unreal 5,6</a:t>
            </a:r>
            <a:r>
              <a:rPr lang="ko-KR" sz="1700" b="0" i="0" u="none" strike="noStrike">
                <a:solidFill>
                  <a:srgbClr val="FFFFFF"/>
                </a:solidFill>
                <a:ea typeface="DungGeunMo"/>
              </a:rPr>
              <a:t>기</a:t>
            </a:r>
            <a:r>
              <a:rPr lang="en-US" sz="1700" b="0" i="0" u="none" strike="noStrike">
                <a:solidFill>
                  <a:srgbClr val="FFFFFF"/>
                </a:solidFill>
                <a:latin typeface="DungGeunMo"/>
              </a:rPr>
              <a:t> - CH2</a:t>
            </a:r>
          </a:p>
        </p:txBody>
      </p:sp>
      <p:pic>
        <p:nvPicPr>
          <p:cNvPr id="32" name="Picture 32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7048500" y="2082800"/>
            <a:ext cx="393700" cy="393700"/>
          </a:xfrm>
          <a:prstGeom prst="rect">
            <a:avLst/>
          </a:prstGeom>
        </p:spPr>
      </p:pic>
      <p:pic>
        <p:nvPicPr>
          <p:cNvPr id="33" name="Picture 33"/>
          <p:cNvPicPr>
            <a:picLocks noChangeAspect="1"/>
          </p:cNvPicPr>
          <p:nvPr/>
        </p:nvPicPr>
        <p:blipFill>
          <a:blip r:embed="rId29">
            <a:alphaModFix amt="50000"/>
          </a:blip>
          <a:stretch>
            <a:fillRect/>
          </a:stretch>
        </p:blipFill>
        <p:spPr>
          <a:xfrm rot="5400000">
            <a:off x="7581900" y="6121400"/>
            <a:ext cx="6858000" cy="12700"/>
          </a:xfrm>
          <a:prstGeom prst="rect">
            <a:avLst/>
          </a:prstGeom>
        </p:spPr>
      </p:pic>
      <p:sp>
        <p:nvSpPr>
          <p:cNvPr id="34" name="TextBox 34"/>
          <p:cNvSpPr txBox="1"/>
          <p:nvPr/>
        </p:nvSpPr>
        <p:spPr>
          <a:xfrm rot="21600000">
            <a:off x="7531100" y="2057400"/>
            <a:ext cx="5461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79679"/>
              </a:lnSpc>
            </a:pPr>
            <a:r>
              <a:rPr lang="en-US" sz="2700" b="0" i="0" u="none" strike="noStrike" spc="100">
                <a:solidFill>
                  <a:srgbClr val="18A8F1"/>
                </a:solidFill>
                <a:latin typeface="DungGeunMo"/>
              </a:rPr>
              <a:t>UI</a:t>
            </a:r>
          </a:p>
        </p:txBody>
      </p:sp>
      <p:sp>
        <p:nvSpPr>
          <p:cNvPr id="35" name="TextBox 35"/>
          <p:cNvSpPr txBox="1"/>
          <p:nvPr/>
        </p:nvSpPr>
        <p:spPr>
          <a:xfrm rot="21600000">
            <a:off x="4902200" y="2171700"/>
            <a:ext cx="2044700" cy="228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79679"/>
              </a:lnSpc>
            </a:pPr>
            <a:r>
              <a:rPr lang="en-US" sz="1800" b="0" i="0" u="none" strike="noStrike" spc="100">
                <a:solidFill>
                  <a:srgbClr val="18A8F1"/>
                </a:solidFill>
                <a:latin typeface="DungGeunMo"/>
              </a:rPr>
              <a:t>-------------&gt;&gt;</a:t>
            </a:r>
          </a:p>
        </p:txBody>
      </p:sp>
      <p:sp>
        <p:nvSpPr>
          <p:cNvPr id="36" name="TextBox 36"/>
          <p:cNvSpPr txBox="1"/>
          <p:nvPr/>
        </p:nvSpPr>
        <p:spPr>
          <a:xfrm rot="10800000">
            <a:off x="8318500" y="2171700"/>
            <a:ext cx="2006600" cy="228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79679"/>
              </a:lnSpc>
            </a:pPr>
            <a:r>
              <a:rPr lang="en-US" sz="1800" b="0" i="0" u="none" strike="noStrike" spc="100">
                <a:solidFill>
                  <a:srgbClr val="18A8F1"/>
                </a:solidFill>
                <a:latin typeface="DungGeunMo"/>
              </a:rPr>
              <a:t>-------------&gt;&gt;</a:t>
            </a:r>
          </a:p>
        </p:txBody>
      </p:sp>
      <p:pic>
        <p:nvPicPr>
          <p:cNvPr id="37" name="Picture 37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3182600" y="2044700"/>
            <a:ext cx="393700" cy="393700"/>
          </a:xfrm>
          <a:prstGeom prst="rect">
            <a:avLst/>
          </a:prstGeom>
        </p:spPr>
      </p:pic>
      <p:pic>
        <p:nvPicPr>
          <p:cNvPr id="38" name="Picture 38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4838700" y="2730500"/>
            <a:ext cx="5270500" cy="6946900"/>
          </a:xfrm>
          <a:prstGeom prst="rect">
            <a:avLst/>
          </a:prstGeom>
          <a:effectLst>
            <a:outerShdw dist="121528" dir="2760000">
              <a:srgbClr val="000000">
                <a:alpha val="15000"/>
              </a:srgbClr>
            </a:outerShdw>
          </a:effectLst>
        </p:spPr>
      </p:pic>
      <p:pic>
        <p:nvPicPr>
          <p:cNvPr id="39" name="Picture 39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1925300" y="2603500"/>
            <a:ext cx="5270500" cy="6946900"/>
          </a:xfrm>
          <a:prstGeom prst="rect">
            <a:avLst/>
          </a:prstGeom>
          <a:effectLst>
            <a:outerShdw dist="121528" dir="2760000">
              <a:srgbClr val="000000">
                <a:alpha val="15000"/>
              </a:srgbClr>
            </a:outerShdw>
          </a:effectLst>
        </p:spPr>
      </p:pic>
      <p:pic>
        <p:nvPicPr>
          <p:cNvPr id="40" name="Picture 40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6324600" y="4660900"/>
            <a:ext cx="2298700" cy="3886200"/>
          </a:xfrm>
          <a:prstGeom prst="rect">
            <a:avLst/>
          </a:prstGeom>
        </p:spPr>
      </p:pic>
      <p:pic>
        <p:nvPicPr>
          <p:cNvPr id="41" name="Picture 41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3182600" y="2705100"/>
            <a:ext cx="2819400" cy="6629400"/>
          </a:xfrm>
          <a:prstGeom prst="rect">
            <a:avLst/>
          </a:prstGeom>
        </p:spPr>
      </p:pic>
      <p:pic>
        <p:nvPicPr>
          <p:cNvPr id="42" name="Picture 42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4914900" y="8572500"/>
            <a:ext cx="5118100" cy="1104900"/>
          </a:xfrm>
          <a:prstGeom prst="rect">
            <a:avLst/>
          </a:prstGeom>
        </p:spPr>
      </p:pic>
      <p:pic>
        <p:nvPicPr>
          <p:cNvPr id="43" name="Picture 43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6400800" y="2730500"/>
            <a:ext cx="2133600" cy="1866900"/>
          </a:xfrm>
          <a:prstGeom prst="rect">
            <a:avLst/>
          </a:prstGeom>
        </p:spPr>
      </p:pic>
      <p:sp>
        <p:nvSpPr>
          <p:cNvPr id="44" name="TextBox 44"/>
          <p:cNvSpPr txBox="1"/>
          <p:nvPr/>
        </p:nvSpPr>
        <p:spPr>
          <a:xfrm rot="21600000">
            <a:off x="13665200" y="2019300"/>
            <a:ext cx="22733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79679"/>
              </a:lnSpc>
            </a:pPr>
            <a:r>
              <a:rPr lang="en-US" sz="2700" b="0" i="0" u="none" strike="noStrike" spc="100">
                <a:solidFill>
                  <a:srgbClr val="18A8F1"/>
                </a:solidFill>
                <a:latin typeface="DungGeunMo"/>
              </a:rPr>
              <a:t>InputManager</a:t>
            </a:r>
          </a:p>
        </p:txBody>
      </p:sp>
      <p:sp>
        <p:nvSpPr>
          <p:cNvPr id="45" name="TextBox 45"/>
          <p:cNvSpPr txBox="1"/>
          <p:nvPr/>
        </p:nvSpPr>
        <p:spPr>
          <a:xfrm rot="21600000">
            <a:off x="11836400" y="2146300"/>
            <a:ext cx="1854200" cy="228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79679"/>
              </a:lnSpc>
            </a:pPr>
            <a:r>
              <a:rPr lang="en-US" sz="1800" b="0" i="0" u="none" strike="noStrike" spc="100">
                <a:solidFill>
                  <a:srgbClr val="18A8F1"/>
                </a:solidFill>
                <a:latin typeface="DungGeunMo"/>
              </a:rPr>
              <a:t>--------&gt;&gt;</a:t>
            </a:r>
          </a:p>
        </p:txBody>
      </p:sp>
      <p:sp>
        <p:nvSpPr>
          <p:cNvPr id="46" name="TextBox 46"/>
          <p:cNvSpPr txBox="1"/>
          <p:nvPr/>
        </p:nvSpPr>
        <p:spPr>
          <a:xfrm rot="10800000">
            <a:off x="15455900" y="2133600"/>
            <a:ext cx="1803400" cy="228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79679"/>
              </a:lnSpc>
            </a:pPr>
            <a:r>
              <a:rPr lang="en-US" sz="1800" b="0" i="0" u="none" strike="noStrike" spc="100">
                <a:solidFill>
                  <a:srgbClr val="18A8F1"/>
                </a:solidFill>
                <a:latin typeface="DungGeunMo"/>
              </a:rPr>
              <a:t>--------&gt;&gt;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030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78400" y="393700"/>
            <a:ext cx="190500" cy="1905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94200" y="393700"/>
            <a:ext cx="215900" cy="2159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-165100" y="6070600"/>
            <a:ext cx="9093200" cy="12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386300" y="393700"/>
            <a:ext cx="215900" cy="2159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79900" y="3492500"/>
            <a:ext cx="215900" cy="2159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0900" y="5092700"/>
            <a:ext cx="647700" cy="762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101600" y="952500"/>
            <a:ext cx="18491200" cy="5715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>
            <a:alphaModFix amt="38000"/>
          </a:blip>
          <a:stretch>
            <a:fillRect/>
          </a:stretch>
        </p:blipFill>
        <p:spPr>
          <a:xfrm>
            <a:off x="2921000" y="1143000"/>
            <a:ext cx="177800" cy="1778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>
            <a:alphaModFix amt="38000"/>
          </a:blip>
          <a:stretch>
            <a:fillRect/>
          </a:stretch>
        </p:blipFill>
        <p:spPr>
          <a:xfrm>
            <a:off x="3632200" y="1130300"/>
            <a:ext cx="215900" cy="2159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>
            <a:alphaModFix amt="38000"/>
          </a:blip>
          <a:stretch>
            <a:fillRect/>
          </a:stretch>
        </p:blipFill>
        <p:spPr>
          <a:xfrm>
            <a:off x="5880100" y="1143000"/>
            <a:ext cx="228600" cy="1905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>
            <a:alphaModFix amt="38000"/>
          </a:blip>
          <a:stretch>
            <a:fillRect/>
          </a:stretch>
        </p:blipFill>
        <p:spPr>
          <a:xfrm>
            <a:off x="6629400" y="1143000"/>
            <a:ext cx="190500" cy="1905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3">
            <a:alphaModFix amt="38000"/>
          </a:blip>
          <a:stretch>
            <a:fillRect/>
          </a:stretch>
        </p:blipFill>
        <p:spPr>
          <a:xfrm>
            <a:off x="7340600" y="1143000"/>
            <a:ext cx="254000" cy="1778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4">
            <a:alphaModFix amt="38000"/>
          </a:blip>
          <a:stretch>
            <a:fillRect/>
          </a:stretch>
        </p:blipFill>
        <p:spPr>
          <a:xfrm>
            <a:off x="8115300" y="1143000"/>
            <a:ext cx="177800" cy="1778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5">
            <a:alphaModFix amt="38000"/>
          </a:blip>
          <a:stretch>
            <a:fillRect/>
          </a:stretch>
        </p:blipFill>
        <p:spPr>
          <a:xfrm>
            <a:off x="2222500" y="1143000"/>
            <a:ext cx="177800" cy="1905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6">
            <a:alphaModFix amt="38000"/>
          </a:blip>
          <a:stretch>
            <a:fillRect/>
          </a:stretch>
        </p:blipFill>
        <p:spPr>
          <a:xfrm>
            <a:off x="8826500" y="1130300"/>
            <a:ext cx="215900" cy="2159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7">
            <a:alphaModFix amt="38000"/>
          </a:blip>
          <a:stretch>
            <a:fillRect/>
          </a:stretch>
        </p:blipFill>
        <p:spPr>
          <a:xfrm>
            <a:off x="9550400" y="1143000"/>
            <a:ext cx="190500" cy="1905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8">
            <a:alphaModFix amt="38000"/>
          </a:blip>
          <a:stretch>
            <a:fillRect/>
          </a:stretch>
        </p:blipFill>
        <p:spPr>
          <a:xfrm>
            <a:off x="11734800" y="1143000"/>
            <a:ext cx="190500" cy="1905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9">
            <a:alphaModFix amt="38000"/>
          </a:blip>
          <a:stretch>
            <a:fillRect/>
          </a:stretch>
        </p:blipFill>
        <p:spPr>
          <a:xfrm>
            <a:off x="10985500" y="1117600"/>
            <a:ext cx="228600" cy="2286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20">
            <a:alphaModFix amt="38000"/>
          </a:blip>
          <a:stretch>
            <a:fillRect/>
          </a:stretch>
        </p:blipFill>
        <p:spPr>
          <a:xfrm>
            <a:off x="10261600" y="1143000"/>
            <a:ext cx="190500" cy="1905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21">
            <a:alphaModFix amt="38000"/>
          </a:blip>
          <a:stretch>
            <a:fillRect/>
          </a:stretch>
        </p:blipFill>
        <p:spPr>
          <a:xfrm>
            <a:off x="4356100" y="1104900"/>
            <a:ext cx="266700" cy="2667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22">
            <a:alphaModFix amt="38000"/>
          </a:blip>
          <a:stretch>
            <a:fillRect/>
          </a:stretch>
        </p:blipFill>
        <p:spPr>
          <a:xfrm>
            <a:off x="5143500" y="1130300"/>
            <a:ext cx="215900" cy="2159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23">
            <a:alphaModFix amt="38000"/>
          </a:blip>
          <a:stretch>
            <a:fillRect/>
          </a:stretch>
        </p:blipFill>
        <p:spPr>
          <a:xfrm>
            <a:off x="12446000" y="1143000"/>
            <a:ext cx="190500" cy="1778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76300" y="1181100"/>
            <a:ext cx="127000" cy="1270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079500" y="1181100"/>
            <a:ext cx="127000" cy="127000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295400" y="1181100"/>
            <a:ext cx="127000" cy="127000"/>
          </a:xfrm>
          <a:prstGeom prst="rect">
            <a:avLst/>
          </a:prstGeom>
        </p:spPr>
      </p:pic>
      <p:pic>
        <p:nvPicPr>
          <p:cNvPr id="27" name="Picture 27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8173700" y="6210300"/>
            <a:ext cx="6172200" cy="736600"/>
          </a:xfrm>
          <a:prstGeom prst="rect">
            <a:avLst/>
          </a:prstGeom>
        </p:spPr>
      </p:pic>
      <p:sp>
        <p:nvSpPr>
          <p:cNvPr id="28" name="TextBox 28"/>
          <p:cNvSpPr txBox="1"/>
          <p:nvPr/>
        </p:nvSpPr>
        <p:spPr>
          <a:xfrm rot="21600000">
            <a:off x="825500" y="2171700"/>
            <a:ext cx="3606800" cy="1524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79679"/>
              </a:lnSpc>
            </a:pPr>
            <a:r>
              <a:rPr lang="ko-KR" sz="6200" b="0" i="0" u="none" strike="noStrike" spc="-700">
                <a:solidFill>
                  <a:srgbClr val="FFFFFF"/>
                </a:solidFill>
                <a:ea typeface="DungGeunMo"/>
              </a:rPr>
              <a:t>구조</a:t>
            </a:r>
            <a:r>
              <a:rPr lang="en-US" sz="6200" b="0" i="0" u="none" strike="noStrike" spc="-700">
                <a:solidFill>
                  <a:srgbClr val="FFFFFF"/>
                </a:solidFill>
                <a:latin typeface="DungGeunMo"/>
              </a:rPr>
              <a:t> </a:t>
            </a:r>
            <a:r>
              <a:rPr lang="ko-KR" sz="6200" b="0" i="0" u="none" strike="noStrike" spc="-700">
                <a:solidFill>
                  <a:srgbClr val="FFFFFF"/>
                </a:solidFill>
                <a:ea typeface="DungGeunMo"/>
              </a:rPr>
              <a:t>기능</a:t>
            </a:r>
          </a:p>
          <a:p>
            <a:pPr lvl="0" algn="l">
              <a:lnSpc>
                <a:spcPct val="79679"/>
              </a:lnSpc>
            </a:pPr>
            <a:r>
              <a:rPr lang="ko-KR" sz="6200" b="0" i="0" u="none" strike="noStrike" spc="-700">
                <a:solidFill>
                  <a:srgbClr val="FFFFFF"/>
                </a:solidFill>
                <a:ea typeface="DungGeunMo"/>
              </a:rPr>
              <a:t>및</a:t>
            </a:r>
            <a:r>
              <a:rPr lang="en-US" sz="6200" b="0" i="0" u="none" strike="noStrike" spc="-700">
                <a:solidFill>
                  <a:srgbClr val="FFFFFF"/>
                </a:solidFill>
                <a:latin typeface="DungGeunMo"/>
              </a:rPr>
              <a:t> </a:t>
            </a:r>
            <a:r>
              <a:rPr lang="ko-KR" sz="6200" b="0" i="0" u="none" strike="noStrike" spc="-700">
                <a:solidFill>
                  <a:srgbClr val="FFFFFF"/>
                </a:solidFill>
                <a:ea typeface="DungGeunMo"/>
              </a:rPr>
              <a:t>설계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63600" y="3797300"/>
            <a:ext cx="2908300" cy="254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07070"/>
              </a:lnSpc>
            </a:pPr>
            <a:r>
              <a:rPr lang="en-US" sz="1500" b="0" i="0" u="none" strike="noStrike">
                <a:solidFill>
                  <a:srgbClr val="18A8F1"/>
                </a:solidFill>
                <a:latin typeface="DungGeunMo"/>
              </a:rPr>
              <a:t>Implementation of features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50900" y="4330700"/>
            <a:ext cx="3225800" cy="254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02919"/>
              </a:lnSpc>
            </a:pPr>
            <a:r>
              <a:rPr lang="ko-KR" sz="1400" b="0" i="0" u="none" strike="noStrike" spc="-100">
                <a:solidFill>
                  <a:srgbClr val="F6F6F6">
                    <a:alpha val="47059"/>
                  </a:srgbClr>
                </a:solidFill>
                <a:ea typeface="Pretendard Regular"/>
              </a:rPr>
              <a:t>던전</a:t>
            </a:r>
            <a:r>
              <a:rPr lang="en-US" sz="1400" b="0" i="0" u="none" strike="noStrike" spc="-100">
                <a:solidFill>
                  <a:srgbClr val="F6F6F6">
                    <a:alpha val="47059"/>
                  </a:srgbClr>
                </a:solidFill>
                <a:latin typeface="Pretendard Regular"/>
              </a:rPr>
              <a:t> </a:t>
            </a:r>
            <a:r>
              <a:rPr lang="ko-KR" sz="1400" b="0" i="0" u="none" strike="noStrike" spc="-100">
                <a:solidFill>
                  <a:srgbClr val="F6F6F6">
                    <a:alpha val="47059"/>
                  </a:srgbClr>
                </a:solidFill>
                <a:ea typeface="Pretendard Regular"/>
              </a:rPr>
              <a:t>탐색</a:t>
            </a:r>
            <a:r>
              <a:rPr lang="en-US" sz="1400" b="0" i="0" u="none" strike="noStrike" spc="-100">
                <a:solidFill>
                  <a:srgbClr val="F6F6F6">
                    <a:alpha val="47059"/>
                  </a:srgbClr>
                </a:solidFill>
                <a:latin typeface="Pretendard Regular"/>
              </a:rPr>
              <a:t> </a:t>
            </a:r>
            <a:r>
              <a:rPr lang="ko-KR" sz="1400" b="0" i="0" u="none" strike="noStrike" spc="-100">
                <a:solidFill>
                  <a:srgbClr val="F6F6F6">
                    <a:alpha val="47059"/>
                  </a:srgbClr>
                </a:solidFill>
                <a:ea typeface="Pretendard Regular"/>
              </a:rPr>
              <a:t>기반의</a:t>
            </a:r>
            <a:r>
              <a:rPr lang="en-US" sz="1400" b="0" i="0" u="none" strike="noStrike" spc="-100">
                <a:solidFill>
                  <a:srgbClr val="F6F6F6">
                    <a:alpha val="47059"/>
                  </a:srgbClr>
                </a:solidFill>
                <a:latin typeface="Pretendard Regular"/>
              </a:rPr>
              <a:t> </a:t>
            </a:r>
            <a:r>
              <a:rPr lang="ko-KR" sz="1400" b="0" i="0" u="none" strike="noStrike" spc="-100">
                <a:solidFill>
                  <a:srgbClr val="F6F6F6">
                    <a:alpha val="47059"/>
                  </a:srgbClr>
                </a:solidFill>
                <a:ea typeface="Pretendard Regular"/>
              </a:rPr>
              <a:t>턴제</a:t>
            </a:r>
            <a:r>
              <a:rPr lang="en-US" sz="1400" b="0" i="0" u="none" strike="noStrike" spc="-100">
                <a:solidFill>
                  <a:srgbClr val="F6F6F6">
                    <a:alpha val="47059"/>
                  </a:srgbClr>
                </a:solidFill>
                <a:latin typeface="Pretendard Regular"/>
              </a:rPr>
              <a:t>  RPG </a:t>
            </a:r>
            <a:r>
              <a:rPr lang="ko-KR" sz="1400" b="0" i="0" u="none" strike="noStrike" spc="-100">
                <a:solidFill>
                  <a:srgbClr val="F6F6F6">
                    <a:alpha val="47059"/>
                  </a:srgbClr>
                </a:solidFill>
                <a:ea typeface="Pretendard Regular"/>
              </a:rPr>
              <a:t>구현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63600" y="368300"/>
            <a:ext cx="4394200" cy="304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07070"/>
              </a:lnSpc>
            </a:pPr>
            <a:r>
              <a:rPr lang="en-US" sz="1700" b="0" i="0" u="none" strike="noStrike">
                <a:solidFill>
                  <a:srgbClr val="FFFFFF"/>
                </a:solidFill>
                <a:latin typeface="DungGeunMo"/>
              </a:rPr>
              <a:t>SPARTA </a:t>
            </a:r>
            <a:r>
              <a:rPr lang="ko-KR" sz="1700" b="0" i="0" u="none" strike="noStrike">
                <a:solidFill>
                  <a:srgbClr val="FFFFFF"/>
                </a:solidFill>
                <a:ea typeface="DungGeunMo"/>
              </a:rPr>
              <a:t>내일배움캠프</a:t>
            </a:r>
            <a:r>
              <a:rPr lang="en-US" sz="1700" b="0" i="0" u="none" strike="noStrike">
                <a:solidFill>
                  <a:srgbClr val="FFFFFF"/>
                </a:solidFill>
                <a:latin typeface="DungGeunMo"/>
              </a:rPr>
              <a:t> Unreal 5,6</a:t>
            </a:r>
            <a:r>
              <a:rPr lang="ko-KR" sz="1700" b="0" i="0" u="none" strike="noStrike">
                <a:solidFill>
                  <a:srgbClr val="FFFFFF"/>
                </a:solidFill>
                <a:ea typeface="DungGeunMo"/>
              </a:rPr>
              <a:t>기</a:t>
            </a:r>
            <a:r>
              <a:rPr lang="en-US" sz="1700" b="0" i="0" u="none" strike="noStrike">
                <a:solidFill>
                  <a:srgbClr val="FFFFFF"/>
                </a:solidFill>
                <a:latin typeface="DungGeunMo"/>
              </a:rPr>
              <a:t> - CH2</a:t>
            </a:r>
          </a:p>
        </p:txBody>
      </p:sp>
      <p:pic>
        <p:nvPicPr>
          <p:cNvPr id="32" name="Picture 32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197600" y="2082800"/>
            <a:ext cx="393700" cy="393700"/>
          </a:xfrm>
          <a:prstGeom prst="rect">
            <a:avLst/>
          </a:prstGeom>
        </p:spPr>
      </p:pic>
      <p:pic>
        <p:nvPicPr>
          <p:cNvPr id="33" name="Picture 33"/>
          <p:cNvPicPr>
            <a:picLocks noChangeAspect="1"/>
          </p:cNvPicPr>
          <p:nvPr/>
        </p:nvPicPr>
        <p:blipFill>
          <a:blip r:embed="rId29">
            <a:alphaModFix amt="50000"/>
          </a:blip>
          <a:stretch>
            <a:fillRect/>
          </a:stretch>
        </p:blipFill>
        <p:spPr>
          <a:xfrm rot="5400000">
            <a:off x="7581900" y="6121400"/>
            <a:ext cx="6858000" cy="12700"/>
          </a:xfrm>
          <a:prstGeom prst="rect">
            <a:avLst/>
          </a:prstGeom>
        </p:spPr>
      </p:pic>
      <p:sp>
        <p:nvSpPr>
          <p:cNvPr id="34" name="TextBox 34"/>
          <p:cNvSpPr txBox="1"/>
          <p:nvPr/>
        </p:nvSpPr>
        <p:spPr>
          <a:xfrm rot="21600000">
            <a:off x="6667500" y="2057400"/>
            <a:ext cx="26797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79679"/>
              </a:lnSpc>
            </a:pPr>
            <a:r>
              <a:rPr lang="en-US" sz="2700" b="0" i="0" u="none" strike="noStrike" spc="100">
                <a:solidFill>
                  <a:srgbClr val="18A8F1"/>
                </a:solidFill>
                <a:latin typeface="DungGeunMo"/>
              </a:rPr>
              <a:t>BattleManager</a:t>
            </a:r>
          </a:p>
        </p:txBody>
      </p:sp>
      <p:sp>
        <p:nvSpPr>
          <p:cNvPr id="35" name="TextBox 35"/>
          <p:cNvSpPr txBox="1"/>
          <p:nvPr/>
        </p:nvSpPr>
        <p:spPr>
          <a:xfrm rot="21600000">
            <a:off x="4902200" y="2171700"/>
            <a:ext cx="1854200" cy="228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79679"/>
              </a:lnSpc>
            </a:pPr>
            <a:r>
              <a:rPr lang="en-US" sz="1800" b="0" i="0" u="none" strike="noStrike" spc="100">
                <a:solidFill>
                  <a:srgbClr val="18A8F1"/>
                </a:solidFill>
                <a:latin typeface="DungGeunMo"/>
              </a:rPr>
              <a:t>--------&gt;&gt;</a:t>
            </a:r>
          </a:p>
        </p:txBody>
      </p:sp>
      <p:sp>
        <p:nvSpPr>
          <p:cNvPr id="36" name="TextBox 36"/>
          <p:cNvSpPr txBox="1"/>
          <p:nvPr/>
        </p:nvSpPr>
        <p:spPr>
          <a:xfrm rot="10800000">
            <a:off x="8521700" y="2171700"/>
            <a:ext cx="1803400" cy="228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79679"/>
              </a:lnSpc>
            </a:pPr>
            <a:r>
              <a:rPr lang="en-US" sz="1800" b="0" i="0" u="none" strike="noStrike" spc="100">
                <a:solidFill>
                  <a:srgbClr val="18A8F1"/>
                </a:solidFill>
                <a:latin typeface="DungGeunMo"/>
              </a:rPr>
              <a:t>--------&gt;&gt;</a:t>
            </a:r>
          </a:p>
        </p:txBody>
      </p:sp>
      <p:pic>
        <p:nvPicPr>
          <p:cNvPr id="37" name="Picture 37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3182600" y="2044700"/>
            <a:ext cx="393700" cy="393700"/>
          </a:xfrm>
          <a:prstGeom prst="rect">
            <a:avLst/>
          </a:prstGeom>
        </p:spPr>
      </p:pic>
      <p:pic>
        <p:nvPicPr>
          <p:cNvPr id="38" name="Picture 38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5003800" y="2616200"/>
            <a:ext cx="5270500" cy="6946900"/>
          </a:xfrm>
          <a:prstGeom prst="rect">
            <a:avLst/>
          </a:prstGeom>
          <a:effectLst>
            <a:outerShdw dist="121528" dir="2760000">
              <a:srgbClr val="000000">
                <a:alpha val="15000"/>
              </a:srgbClr>
            </a:outerShdw>
          </a:effectLst>
        </p:spPr>
      </p:pic>
      <p:pic>
        <p:nvPicPr>
          <p:cNvPr id="39" name="Picture 39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1925300" y="2616200"/>
            <a:ext cx="5270500" cy="6946900"/>
          </a:xfrm>
          <a:prstGeom prst="rect">
            <a:avLst/>
          </a:prstGeom>
          <a:effectLst>
            <a:outerShdw dist="121528" dir="2760000">
              <a:srgbClr val="000000">
                <a:alpha val="15000"/>
              </a:srgbClr>
            </a:outerShdw>
          </a:effectLst>
        </p:spPr>
      </p:pic>
      <p:pic>
        <p:nvPicPr>
          <p:cNvPr id="40" name="Picture 40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5003800" y="3987800"/>
            <a:ext cx="5245100" cy="4178300"/>
          </a:xfrm>
          <a:prstGeom prst="rect">
            <a:avLst/>
          </a:prstGeom>
        </p:spPr>
      </p:pic>
      <p:pic>
        <p:nvPicPr>
          <p:cNvPr id="41" name="Picture 41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1899900" y="3784600"/>
            <a:ext cx="5321300" cy="4572000"/>
          </a:xfrm>
          <a:prstGeom prst="rect">
            <a:avLst/>
          </a:prstGeom>
        </p:spPr>
      </p:pic>
      <p:sp>
        <p:nvSpPr>
          <p:cNvPr id="42" name="TextBox 42"/>
          <p:cNvSpPr txBox="1"/>
          <p:nvPr/>
        </p:nvSpPr>
        <p:spPr>
          <a:xfrm rot="21600000">
            <a:off x="13665200" y="2019300"/>
            <a:ext cx="23876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79679"/>
              </a:lnSpc>
            </a:pPr>
            <a:r>
              <a:rPr lang="en-US" sz="2700" b="0" i="0" u="none" strike="noStrike" spc="100">
                <a:solidFill>
                  <a:srgbClr val="18A8F1"/>
                </a:solidFill>
                <a:latin typeface="DungGeunMo"/>
              </a:rPr>
              <a:t>SoundManager</a:t>
            </a:r>
          </a:p>
        </p:txBody>
      </p:sp>
      <p:sp>
        <p:nvSpPr>
          <p:cNvPr id="43" name="TextBox 43"/>
          <p:cNvSpPr txBox="1"/>
          <p:nvPr/>
        </p:nvSpPr>
        <p:spPr>
          <a:xfrm rot="21600000">
            <a:off x="11836400" y="2146300"/>
            <a:ext cx="1854200" cy="228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79679"/>
              </a:lnSpc>
            </a:pPr>
            <a:r>
              <a:rPr lang="en-US" sz="1800" b="0" i="0" u="none" strike="noStrike" spc="100">
                <a:solidFill>
                  <a:srgbClr val="18A8F1"/>
                </a:solidFill>
                <a:latin typeface="DungGeunMo"/>
              </a:rPr>
              <a:t>--------&gt;&gt;</a:t>
            </a:r>
          </a:p>
        </p:txBody>
      </p:sp>
      <p:sp>
        <p:nvSpPr>
          <p:cNvPr id="44" name="TextBox 44"/>
          <p:cNvSpPr txBox="1"/>
          <p:nvPr/>
        </p:nvSpPr>
        <p:spPr>
          <a:xfrm rot="10800000">
            <a:off x="15455900" y="2133600"/>
            <a:ext cx="1803400" cy="228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79679"/>
              </a:lnSpc>
            </a:pPr>
            <a:r>
              <a:rPr lang="en-US" sz="1800" b="0" i="0" u="none" strike="noStrike" spc="100">
                <a:solidFill>
                  <a:srgbClr val="18A8F1"/>
                </a:solidFill>
                <a:latin typeface="DungGeunMo"/>
              </a:rPr>
              <a:t>--------&gt;&gt;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030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78400" y="393700"/>
            <a:ext cx="190500" cy="1905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94200" y="393700"/>
            <a:ext cx="215900" cy="2159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-165100" y="6070600"/>
            <a:ext cx="9093200" cy="12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386300" y="393700"/>
            <a:ext cx="215900" cy="2159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79900" y="3492500"/>
            <a:ext cx="215900" cy="2159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0900" y="5092700"/>
            <a:ext cx="647700" cy="762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101600" y="952500"/>
            <a:ext cx="18491200" cy="5715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>
            <a:alphaModFix amt="38000"/>
          </a:blip>
          <a:stretch>
            <a:fillRect/>
          </a:stretch>
        </p:blipFill>
        <p:spPr>
          <a:xfrm>
            <a:off x="2921000" y="1143000"/>
            <a:ext cx="177800" cy="1778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>
            <a:alphaModFix amt="38000"/>
          </a:blip>
          <a:stretch>
            <a:fillRect/>
          </a:stretch>
        </p:blipFill>
        <p:spPr>
          <a:xfrm>
            <a:off x="3632200" y="1130300"/>
            <a:ext cx="215900" cy="2159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>
            <a:alphaModFix amt="38000"/>
          </a:blip>
          <a:stretch>
            <a:fillRect/>
          </a:stretch>
        </p:blipFill>
        <p:spPr>
          <a:xfrm>
            <a:off x="5880100" y="1143000"/>
            <a:ext cx="228600" cy="1905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>
            <a:alphaModFix amt="38000"/>
          </a:blip>
          <a:stretch>
            <a:fillRect/>
          </a:stretch>
        </p:blipFill>
        <p:spPr>
          <a:xfrm>
            <a:off x="6629400" y="1143000"/>
            <a:ext cx="190500" cy="1905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3">
            <a:alphaModFix amt="38000"/>
          </a:blip>
          <a:stretch>
            <a:fillRect/>
          </a:stretch>
        </p:blipFill>
        <p:spPr>
          <a:xfrm>
            <a:off x="7340600" y="1143000"/>
            <a:ext cx="254000" cy="1778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4">
            <a:alphaModFix amt="38000"/>
          </a:blip>
          <a:stretch>
            <a:fillRect/>
          </a:stretch>
        </p:blipFill>
        <p:spPr>
          <a:xfrm>
            <a:off x="8115300" y="1143000"/>
            <a:ext cx="177800" cy="1778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5">
            <a:alphaModFix amt="38000"/>
          </a:blip>
          <a:stretch>
            <a:fillRect/>
          </a:stretch>
        </p:blipFill>
        <p:spPr>
          <a:xfrm>
            <a:off x="2222500" y="1143000"/>
            <a:ext cx="177800" cy="1905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6">
            <a:alphaModFix amt="38000"/>
          </a:blip>
          <a:stretch>
            <a:fillRect/>
          </a:stretch>
        </p:blipFill>
        <p:spPr>
          <a:xfrm>
            <a:off x="8826500" y="1130300"/>
            <a:ext cx="215900" cy="2159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7">
            <a:alphaModFix amt="38000"/>
          </a:blip>
          <a:stretch>
            <a:fillRect/>
          </a:stretch>
        </p:blipFill>
        <p:spPr>
          <a:xfrm>
            <a:off x="9550400" y="1143000"/>
            <a:ext cx="190500" cy="1905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8">
            <a:alphaModFix amt="38000"/>
          </a:blip>
          <a:stretch>
            <a:fillRect/>
          </a:stretch>
        </p:blipFill>
        <p:spPr>
          <a:xfrm>
            <a:off x="11734800" y="1143000"/>
            <a:ext cx="190500" cy="1905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9">
            <a:alphaModFix amt="38000"/>
          </a:blip>
          <a:stretch>
            <a:fillRect/>
          </a:stretch>
        </p:blipFill>
        <p:spPr>
          <a:xfrm>
            <a:off x="10985500" y="1117600"/>
            <a:ext cx="228600" cy="2286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20">
            <a:alphaModFix amt="38000"/>
          </a:blip>
          <a:stretch>
            <a:fillRect/>
          </a:stretch>
        </p:blipFill>
        <p:spPr>
          <a:xfrm>
            <a:off x="10261600" y="1143000"/>
            <a:ext cx="190500" cy="1905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21">
            <a:alphaModFix amt="38000"/>
          </a:blip>
          <a:stretch>
            <a:fillRect/>
          </a:stretch>
        </p:blipFill>
        <p:spPr>
          <a:xfrm>
            <a:off x="4356100" y="1104900"/>
            <a:ext cx="266700" cy="2667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22">
            <a:alphaModFix amt="38000"/>
          </a:blip>
          <a:stretch>
            <a:fillRect/>
          </a:stretch>
        </p:blipFill>
        <p:spPr>
          <a:xfrm>
            <a:off x="5143500" y="1130300"/>
            <a:ext cx="215900" cy="2159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23">
            <a:alphaModFix amt="38000"/>
          </a:blip>
          <a:stretch>
            <a:fillRect/>
          </a:stretch>
        </p:blipFill>
        <p:spPr>
          <a:xfrm>
            <a:off x="12446000" y="1143000"/>
            <a:ext cx="190500" cy="1778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76300" y="1181100"/>
            <a:ext cx="127000" cy="1270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079500" y="1181100"/>
            <a:ext cx="127000" cy="127000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295400" y="1181100"/>
            <a:ext cx="127000" cy="127000"/>
          </a:xfrm>
          <a:prstGeom prst="rect">
            <a:avLst/>
          </a:prstGeom>
        </p:spPr>
      </p:pic>
      <p:pic>
        <p:nvPicPr>
          <p:cNvPr id="27" name="Picture 27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0375900" y="2222500"/>
            <a:ext cx="393700" cy="393700"/>
          </a:xfrm>
          <a:prstGeom prst="rect">
            <a:avLst/>
          </a:prstGeom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8173700" y="6210300"/>
            <a:ext cx="6172200" cy="736600"/>
          </a:xfrm>
          <a:prstGeom prst="rect">
            <a:avLst/>
          </a:prstGeom>
        </p:spPr>
      </p:pic>
      <p:pic>
        <p:nvPicPr>
          <p:cNvPr id="29" name="Picture 29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5295900" y="2781300"/>
            <a:ext cx="12192000" cy="6858000"/>
          </a:xfrm>
          <a:prstGeom prst="rect">
            <a:avLst/>
          </a:prstGeom>
          <a:effectLst>
            <a:outerShdw dist="158234" dir="2760000">
              <a:srgbClr val="000000">
                <a:alpha val="15000"/>
              </a:srgbClr>
            </a:outerShdw>
          </a:effectLst>
        </p:spPr>
      </p:pic>
      <p:pic>
        <p:nvPicPr>
          <p:cNvPr id="30" name="Picture 30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8547100" y="2806700"/>
            <a:ext cx="5689600" cy="6807200"/>
          </a:xfrm>
          <a:prstGeom prst="rect">
            <a:avLst/>
          </a:prstGeom>
        </p:spPr>
      </p:pic>
      <p:sp>
        <p:nvSpPr>
          <p:cNvPr id="31" name="TextBox 31"/>
          <p:cNvSpPr txBox="1"/>
          <p:nvPr/>
        </p:nvSpPr>
        <p:spPr>
          <a:xfrm rot="21600000">
            <a:off x="10922000" y="2197100"/>
            <a:ext cx="23876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79679"/>
              </a:lnSpc>
            </a:pPr>
            <a:r>
              <a:rPr lang="en-US" sz="2700" b="0" i="0" u="none" strike="noStrike" spc="100">
                <a:solidFill>
                  <a:srgbClr val="18A8F1"/>
                </a:solidFill>
                <a:latin typeface="DungGeunMo"/>
              </a:rPr>
              <a:t>BattleUI</a:t>
            </a:r>
          </a:p>
        </p:txBody>
      </p:sp>
      <p:sp>
        <p:nvSpPr>
          <p:cNvPr id="32" name="TextBox 32"/>
          <p:cNvSpPr txBox="1"/>
          <p:nvPr/>
        </p:nvSpPr>
        <p:spPr>
          <a:xfrm rot="21600000">
            <a:off x="5245100" y="2247900"/>
            <a:ext cx="48514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79679"/>
              </a:lnSpc>
            </a:pPr>
            <a:r>
              <a:rPr lang="en-US" sz="1800" b="0" i="0" u="none" strike="noStrike" spc="100">
                <a:solidFill>
                  <a:srgbClr val="18A8F1"/>
                </a:solidFill>
                <a:latin typeface="DungGeunMo"/>
              </a:rPr>
              <a:t>------------------------------------&gt;&gt;</a:t>
            </a:r>
          </a:p>
        </p:txBody>
      </p:sp>
      <p:sp>
        <p:nvSpPr>
          <p:cNvPr id="33" name="TextBox 33"/>
          <p:cNvSpPr txBox="1"/>
          <p:nvPr/>
        </p:nvSpPr>
        <p:spPr>
          <a:xfrm rot="10800000">
            <a:off x="12065000" y="2260600"/>
            <a:ext cx="54356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79679"/>
              </a:lnSpc>
            </a:pPr>
            <a:r>
              <a:rPr lang="en-US" sz="1800" b="0" i="0" u="none" strike="noStrike" spc="100">
                <a:solidFill>
                  <a:srgbClr val="18A8F1"/>
                </a:solidFill>
                <a:latin typeface="DungGeunMo"/>
              </a:rPr>
              <a:t>------------------------------------&gt;&gt;</a:t>
            </a:r>
          </a:p>
        </p:txBody>
      </p:sp>
      <p:sp>
        <p:nvSpPr>
          <p:cNvPr id="34" name="TextBox 34"/>
          <p:cNvSpPr txBox="1"/>
          <p:nvPr/>
        </p:nvSpPr>
        <p:spPr>
          <a:xfrm rot="21600000">
            <a:off x="825500" y="2171700"/>
            <a:ext cx="3606800" cy="1524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79679"/>
              </a:lnSpc>
            </a:pPr>
            <a:r>
              <a:rPr lang="ko-KR" sz="6200" b="0" i="0" u="none" strike="noStrike" spc="-700">
                <a:solidFill>
                  <a:srgbClr val="FFFFFF"/>
                </a:solidFill>
                <a:ea typeface="DungGeunMo"/>
              </a:rPr>
              <a:t>구조</a:t>
            </a:r>
            <a:r>
              <a:rPr lang="en-US" sz="6200" b="0" i="0" u="none" strike="noStrike" spc="-700">
                <a:solidFill>
                  <a:srgbClr val="FFFFFF"/>
                </a:solidFill>
                <a:latin typeface="DungGeunMo"/>
              </a:rPr>
              <a:t> </a:t>
            </a:r>
            <a:r>
              <a:rPr lang="ko-KR" sz="6200" b="0" i="0" u="none" strike="noStrike" spc="-700">
                <a:solidFill>
                  <a:srgbClr val="FFFFFF"/>
                </a:solidFill>
                <a:ea typeface="DungGeunMo"/>
              </a:rPr>
              <a:t>기능</a:t>
            </a:r>
          </a:p>
          <a:p>
            <a:pPr lvl="0" algn="l">
              <a:lnSpc>
                <a:spcPct val="79679"/>
              </a:lnSpc>
            </a:pPr>
            <a:r>
              <a:rPr lang="ko-KR" sz="6200" b="0" i="0" u="none" strike="noStrike" spc="-700">
                <a:solidFill>
                  <a:srgbClr val="FFFFFF"/>
                </a:solidFill>
                <a:ea typeface="DungGeunMo"/>
              </a:rPr>
              <a:t>및</a:t>
            </a:r>
            <a:r>
              <a:rPr lang="en-US" sz="6200" b="0" i="0" u="none" strike="noStrike" spc="-700">
                <a:solidFill>
                  <a:srgbClr val="FFFFFF"/>
                </a:solidFill>
                <a:latin typeface="DungGeunMo"/>
              </a:rPr>
              <a:t> </a:t>
            </a:r>
            <a:r>
              <a:rPr lang="ko-KR" sz="6200" b="0" i="0" u="none" strike="noStrike" spc="-700">
                <a:solidFill>
                  <a:srgbClr val="FFFFFF"/>
                </a:solidFill>
                <a:ea typeface="DungGeunMo"/>
              </a:rPr>
              <a:t>설계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63600" y="3797300"/>
            <a:ext cx="2908300" cy="254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07070"/>
              </a:lnSpc>
            </a:pPr>
            <a:r>
              <a:rPr lang="en-US" sz="1500" b="0" i="0" u="none" strike="noStrike">
                <a:solidFill>
                  <a:srgbClr val="18A8F1"/>
                </a:solidFill>
                <a:latin typeface="DungGeunMo"/>
              </a:rPr>
              <a:t>Implementation of features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50900" y="4330700"/>
            <a:ext cx="3225800" cy="254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02919"/>
              </a:lnSpc>
            </a:pPr>
            <a:r>
              <a:rPr lang="ko-KR" sz="1400" b="0" i="0" u="none" strike="noStrike" spc="-100">
                <a:solidFill>
                  <a:srgbClr val="F6F6F6">
                    <a:alpha val="47059"/>
                  </a:srgbClr>
                </a:solidFill>
                <a:ea typeface="Pretendard Regular"/>
              </a:rPr>
              <a:t>던전</a:t>
            </a:r>
            <a:r>
              <a:rPr lang="en-US" sz="1400" b="0" i="0" u="none" strike="noStrike" spc="-100">
                <a:solidFill>
                  <a:srgbClr val="F6F6F6">
                    <a:alpha val="47059"/>
                  </a:srgbClr>
                </a:solidFill>
                <a:latin typeface="Pretendard Regular"/>
              </a:rPr>
              <a:t> </a:t>
            </a:r>
            <a:r>
              <a:rPr lang="ko-KR" sz="1400" b="0" i="0" u="none" strike="noStrike" spc="-100">
                <a:solidFill>
                  <a:srgbClr val="F6F6F6">
                    <a:alpha val="47059"/>
                  </a:srgbClr>
                </a:solidFill>
                <a:ea typeface="Pretendard Regular"/>
              </a:rPr>
              <a:t>탐색</a:t>
            </a:r>
            <a:r>
              <a:rPr lang="en-US" sz="1400" b="0" i="0" u="none" strike="noStrike" spc="-100">
                <a:solidFill>
                  <a:srgbClr val="F6F6F6">
                    <a:alpha val="47059"/>
                  </a:srgbClr>
                </a:solidFill>
                <a:latin typeface="Pretendard Regular"/>
              </a:rPr>
              <a:t> </a:t>
            </a:r>
            <a:r>
              <a:rPr lang="ko-KR" sz="1400" b="0" i="0" u="none" strike="noStrike" spc="-100">
                <a:solidFill>
                  <a:srgbClr val="F6F6F6">
                    <a:alpha val="47059"/>
                  </a:srgbClr>
                </a:solidFill>
                <a:ea typeface="Pretendard Regular"/>
              </a:rPr>
              <a:t>기반의</a:t>
            </a:r>
            <a:r>
              <a:rPr lang="en-US" sz="1400" b="0" i="0" u="none" strike="noStrike" spc="-100">
                <a:solidFill>
                  <a:srgbClr val="F6F6F6">
                    <a:alpha val="47059"/>
                  </a:srgbClr>
                </a:solidFill>
                <a:latin typeface="Pretendard Regular"/>
              </a:rPr>
              <a:t> </a:t>
            </a:r>
            <a:r>
              <a:rPr lang="ko-KR" sz="1400" b="0" i="0" u="none" strike="noStrike" spc="-100">
                <a:solidFill>
                  <a:srgbClr val="F6F6F6">
                    <a:alpha val="47059"/>
                  </a:srgbClr>
                </a:solidFill>
                <a:ea typeface="Pretendard Regular"/>
              </a:rPr>
              <a:t>턴제</a:t>
            </a:r>
            <a:r>
              <a:rPr lang="en-US" sz="1400" b="0" i="0" u="none" strike="noStrike" spc="-100">
                <a:solidFill>
                  <a:srgbClr val="F6F6F6">
                    <a:alpha val="47059"/>
                  </a:srgbClr>
                </a:solidFill>
                <a:latin typeface="Pretendard Regular"/>
              </a:rPr>
              <a:t>  RPG </a:t>
            </a:r>
            <a:r>
              <a:rPr lang="ko-KR" sz="1400" b="0" i="0" u="none" strike="noStrike" spc="-100">
                <a:solidFill>
                  <a:srgbClr val="F6F6F6">
                    <a:alpha val="47059"/>
                  </a:srgbClr>
                </a:solidFill>
                <a:ea typeface="Pretendard Regular"/>
              </a:rPr>
              <a:t>구현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863600" y="368300"/>
            <a:ext cx="4394200" cy="304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07070"/>
              </a:lnSpc>
            </a:pPr>
            <a:r>
              <a:rPr lang="en-US" sz="1700" b="0" i="0" u="none" strike="noStrike">
                <a:solidFill>
                  <a:srgbClr val="FFFFFF"/>
                </a:solidFill>
                <a:latin typeface="DungGeunMo"/>
              </a:rPr>
              <a:t>SPARTA </a:t>
            </a:r>
            <a:r>
              <a:rPr lang="ko-KR" sz="1700" b="0" i="0" u="none" strike="noStrike">
                <a:solidFill>
                  <a:srgbClr val="FFFFFF"/>
                </a:solidFill>
                <a:ea typeface="DungGeunMo"/>
              </a:rPr>
              <a:t>내일배움캠프</a:t>
            </a:r>
            <a:r>
              <a:rPr lang="en-US" sz="1700" b="0" i="0" u="none" strike="noStrike">
                <a:solidFill>
                  <a:srgbClr val="FFFFFF"/>
                </a:solidFill>
                <a:latin typeface="DungGeunMo"/>
              </a:rPr>
              <a:t> Unreal 5,6</a:t>
            </a:r>
            <a:r>
              <a:rPr lang="ko-KR" sz="1700" b="0" i="0" u="none" strike="noStrike">
                <a:solidFill>
                  <a:srgbClr val="FFFFFF"/>
                </a:solidFill>
                <a:ea typeface="DungGeunMo"/>
              </a:rPr>
              <a:t>기</a:t>
            </a:r>
            <a:r>
              <a:rPr lang="en-US" sz="1700" b="0" i="0" u="none" strike="noStrike">
                <a:solidFill>
                  <a:srgbClr val="FFFFFF"/>
                </a:solidFill>
                <a:latin typeface="DungGeunMo"/>
              </a:rPr>
              <a:t> - CH2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030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78400" y="393700"/>
            <a:ext cx="190500" cy="1905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94200" y="393700"/>
            <a:ext cx="215900" cy="2159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-165100" y="6070600"/>
            <a:ext cx="9093200" cy="12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386300" y="393700"/>
            <a:ext cx="215900" cy="2159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79900" y="3492500"/>
            <a:ext cx="215900" cy="2159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0900" y="5092700"/>
            <a:ext cx="647700" cy="762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101600" y="952500"/>
            <a:ext cx="18491200" cy="5715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>
            <a:alphaModFix amt="38000"/>
          </a:blip>
          <a:stretch>
            <a:fillRect/>
          </a:stretch>
        </p:blipFill>
        <p:spPr>
          <a:xfrm>
            <a:off x="2921000" y="1143000"/>
            <a:ext cx="177800" cy="1778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>
            <a:alphaModFix amt="38000"/>
          </a:blip>
          <a:stretch>
            <a:fillRect/>
          </a:stretch>
        </p:blipFill>
        <p:spPr>
          <a:xfrm>
            <a:off x="3632200" y="1130300"/>
            <a:ext cx="215900" cy="2159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>
            <a:alphaModFix amt="38000"/>
          </a:blip>
          <a:stretch>
            <a:fillRect/>
          </a:stretch>
        </p:blipFill>
        <p:spPr>
          <a:xfrm>
            <a:off x="5880100" y="1143000"/>
            <a:ext cx="228600" cy="1905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>
            <a:alphaModFix amt="38000"/>
          </a:blip>
          <a:stretch>
            <a:fillRect/>
          </a:stretch>
        </p:blipFill>
        <p:spPr>
          <a:xfrm>
            <a:off x="6629400" y="1143000"/>
            <a:ext cx="190500" cy="1905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3">
            <a:alphaModFix amt="38000"/>
          </a:blip>
          <a:stretch>
            <a:fillRect/>
          </a:stretch>
        </p:blipFill>
        <p:spPr>
          <a:xfrm>
            <a:off x="7340600" y="1143000"/>
            <a:ext cx="254000" cy="1778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4">
            <a:alphaModFix amt="38000"/>
          </a:blip>
          <a:stretch>
            <a:fillRect/>
          </a:stretch>
        </p:blipFill>
        <p:spPr>
          <a:xfrm>
            <a:off x="8115300" y="1143000"/>
            <a:ext cx="177800" cy="1778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5">
            <a:alphaModFix amt="38000"/>
          </a:blip>
          <a:stretch>
            <a:fillRect/>
          </a:stretch>
        </p:blipFill>
        <p:spPr>
          <a:xfrm>
            <a:off x="2222500" y="1143000"/>
            <a:ext cx="177800" cy="1905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6">
            <a:alphaModFix amt="38000"/>
          </a:blip>
          <a:stretch>
            <a:fillRect/>
          </a:stretch>
        </p:blipFill>
        <p:spPr>
          <a:xfrm>
            <a:off x="8826500" y="1130300"/>
            <a:ext cx="215900" cy="2159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7">
            <a:alphaModFix amt="38000"/>
          </a:blip>
          <a:stretch>
            <a:fillRect/>
          </a:stretch>
        </p:blipFill>
        <p:spPr>
          <a:xfrm>
            <a:off x="9550400" y="1143000"/>
            <a:ext cx="190500" cy="1905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8">
            <a:alphaModFix amt="38000"/>
          </a:blip>
          <a:stretch>
            <a:fillRect/>
          </a:stretch>
        </p:blipFill>
        <p:spPr>
          <a:xfrm>
            <a:off x="11734800" y="1143000"/>
            <a:ext cx="190500" cy="1905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9">
            <a:alphaModFix amt="38000"/>
          </a:blip>
          <a:stretch>
            <a:fillRect/>
          </a:stretch>
        </p:blipFill>
        <p:spPr>
          <a:xfrm>
            <a:off x="10985500" y="1117600"/>
            <a:ext cx="228600" cy="2286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20">
            <a:alphaModFix amt="38000"/>
          </a:blip>
          <a:stretch>
            <a:fillRect/>
          </a:stretch>
        </p:blipFill>
        <p:spPr>
          <a:xfrm>
            <a:off x="10261600" y="1143000"/>
            <a:ext cx="190500" cy="1905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21">
            <a:alphaModFix amt="38000"/>
          </a:blip>
          <a:stretch>
            <a:fillRect/>
          </a:stretch>
        </p:blipFill>
        <p:spPr>
          <a:xfrm>
            <a:off x="4356100" y="1104900"/>
            <a:ext cx="266700" cy="2667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22">
            <a:alphaModFix amt="38000"/>
          </a:blip>
          <a:stretch>
            <a:fillRect/>
          </a:stretch>
        </p:blipFill>
        <p:spPr>
          <a:xfrm>
            <a:off x="5143500" y="1130300"/>
            <a:ext cx="215900" cy="2159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23">
            <a:alphaModFix amt="38000"/>
          </a:blip>
          <a:stretch>
            <a:fillRect/>
          </a:stretch>
        </p:blipFill>
        <p:spPr>
          <a:xfrm>
            <a:off x="12446000" y="1143000"/>
            <a:ext cx="190500" cy="1778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76300" y="1181100"/>
            <a:ext cx="127000" cy="1270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079500" y="1181100"/>
            <a:ext cx="127000" cy="127000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295400" y="1181100"/>
            <a:ext cx="127000" cy="127000"/>
          </a:xfrm>
          <a:prstGeom prst="rect">
            <a:avLst/>
          </a:prstGeom>
        </p:spPr>
      </p:pic>
      <p:pic>
        <p:nvPicPr>
          <p:cNvPr id="27" name="Picture 27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8173700" y="6210300"/>
            <a:ext cx="6172200" cy="736600"/>
          </a:xfrm>
          <a:prstGeom prst="rect">
            <a:avLst/>
          </a:prstGeom>
        </p:spPr>
      </p:pic>
      <p:sp>
        <p:nvSpPr>
          <p:cNvPr id="28" name="TextBox 28"/>
          <p:cNvSpPr txBox="1"/>
          <p:nvPr/>
        </p:nvSpPr>
        <p:spPr>
          <a:xfrm rot="21600000">
            <a:off x="825500" y="2171700"/>
            <a:ext cx="3606800" cy="1524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79679"/>
              </a:lnSpc>
            </a:pPr>
            <a:r>
              <a:rPr lang="ko-KR" sz="6200" b="0" i="0" u="none" strike="noStrike" spc="-700">
                <a:solidFill>
                  <a:srgbClr val="FFFFFF"/>
                </a:solidFill>
                <a:ea typeface="DungGeunMo"/>
              </a:rPr>
              <a:t>구조</a:t>
            </a:r>
            <a:r>
              <a:rPr lang="en-US" sz="6200" b="0" i="0" u="none" strike="noStrike" spc="-700">
                <a:solidFill>
                  <a:srgbClr val="FFFFFF"/>
                </a:solidFill>
                <a:latin typeface="DungGeunMo"/>
              </a:rPr>
              <a:t> </a:t>
            </a:r>
            <a:r>
              <a:rPr lang="ko-KR" sz="6200" b="0" i="0" u="none" strike="noStrike" spc="-700">
                <a:solidFill>
                  <a:srgbClr val="FFFFFF"/>
                </a:solidFill>
                <a:ea typeface="DungGeunMo"/>
              </a:rPr>
              <a:t>기능</a:t>
            </a:r>
          </a:p>
          <a:p>
            <a:pPr lvl="0" algn="l">
              <a:lnSpc>
                <a:spcPct val="79679"/>
              </a:lnSpc>
            </a:pPr>
            <a:r>
              <a:rPr lang="ko-KR" sz="6200" b="0" i="0" u="none" strike="noStrike" spc="-700">
                <a:solidFill>
                  <a:srgbClr val="FFFFFF"/>
                </a:solidFill>
                <a:ea typeface="DungGeunMo"/>
              </a:rPr>
              <a:t>및</a:t>
            </a:r>
            <a:r>
              <a:rPr lang="en-US" sz="6200" b="0" i="0" u="none" strike="noStrike" spc="-700">
                <a:solidFill>
                  <a:srgbClr val="FFFFFF"/>
                </a:solidFill>
                <a:latin typeface="DungGeunMo"/>
              </a:rPr>
              <a:t> </a:t>
            </a:r>
            <a:r>
              <a:rPr lang="ko-KR" sz="6200" b="0" i="0" u="none" strike="noStrike" spc="-700">
                <a:solidFill>
                  <a:srgbClr val="FFFFFF"/>
                </a:solidFill>
                <a:ea typeface="DungGeunMo"/>
              </a:rPr>
              <a:t>설계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63600" y="3797300"/>
            <a:ext cx="2908300" cy="254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07070"/>
              </a:lnSpc>
            </a:pPr>
            <a:r>
              <a:rPr lang="en-US" sz="1500" b="0" i="0" u="none" strike="noStrike">
                <a:solidFill>
                  <a:srgbClr val="18A8F1"/>
                </a:solidFill>
                <a:latin typeface="DungGeunMo"/>
              </a:rPr>
              <a:t>Implementation of features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50900" y="4330700"/>
            <a:ext cx="3225800" cy="254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02919"/>
              </a:lnSpc>
            </a:pPr>
            <a:r>
              <a:rPr lang="ko-KR" sz="1400" b="0" i="0" u="none" strike="noStrike" spc="-100">
                <a:solidFill>
                  <a:srgbClr val="F6F6F6">
                    <a:alpha val="47059"/>
                  </a:srgbClr>
                </a:solidFill>
                <a:ea typeface="Pretendard Regular"/>
              </a:rPr>
              <a:t>던전</a:t>
            </a:r>
            <a:r>
              <a:rPr lang="en-US" sz="1400" b="0" i="0" u="none" strike="noStrike" spc="-100">
                <a:solidFill>
                  <a:srgbClr val="F6F6F6">
                    <a:alpha val="47059"/>
                  </a:srgbClr>
                </a:solidFill>
                <a:latin typeface="Pretendard Regular"/>
              </a:rPr>
              <a:t> </a:t>
            </a:r>
            <a:r>
              <a:rPr lang="ko-KR" sz="1400" b="0" i="0" u="none" strike="noStrike" spc="-100">
                <a:solidFill>
                  <a:srgbClr val="F6F6F6">
                    <a:alpha val="47059"/>
                  </a:srgbClr>
                </a:solidFill>
                <a:ea typeface="Pretendard Regular"/>
              </a:rPr>
              <a:t>탐색</a:t>
            </a:r>
            <a:r>
              <a:rPr lang="en-US" sz="1400" b="0" i="0" u="none" strike="noStrike" spc="-100">
                <a:solidFill>
                  <a:srgbClr val="F6F6F6">
                    <a:alpha val="47059"/>
                  </a:srgbClr>
                </a:solidFill>
                <a:latin typeface="Pretendard Regular"/>
              </a:rPr>
              <a:t> </a:t>
            </a:r>
            <a:r>
              <a:rPr lang="ko-KR" sz="1400" b="0" i="0" u="none" strike="noStrike" spc="-100">
                <a:solidFill>
                  <a:srgbClr val="F6F6F6">
                    <a:alpha val="47059"/>
                  </a:srgbClr>
                </a:solidFill>
                <a:ea typeface="Pretendard Regular"/>
              </a:rPr>
              <a:t>기반의</a:t>
            </a:r>
            <a:r>
              <a:rPr lang="en-US" sz="1400" b="0" i="0" u="none" strike="noStrike" spc="-100">
                <a:solidFill>
                  <a:srgbClr val="F6F6F6">
                    <a:alpha val="47059"/>
                  </a:srgbClr>
                </a:solidFill>
                <a:latin typeface="Pretendard Regular"/>
              </a:rPr>
              <a:t> </a:t>
            </a:r>
            <a:r>
              <a:rPr lang="ko-KR" sz="1400" b="0" i="0" u="none" strike="noStrike" spc="-100">
                <a:solidFill>
                  <a:srgbClr val="F6F6F6">
                    <a:alpha val="47059"/>
                  </a:srgbClr>
                </a:solidFill>
                <a:ea typeface="Pretendard Regular"/>
              </a:rPr>
              <a:t>턴제</a:t>
            </a:r>
            <a:r>
              <a:rPr lang="en-US" sz="1400" b="0" i="0" u="none" strike="noStrike" spc="-100">
                <a:solidFill>
                  <a:srgbClr val="F6F6F6">
                    <a:alpha val="47059"/>
                  </a:srgbClr>
                </a:solidFill>
                <a:latin typeface="Pretendard Regular"/>
              </a:rPr>
              <a:t>  RPG </a:t>
            </a:r>
            <a:r>
              <a:rPr lang="ko-KR" sz="1400" b="0" i="0" u="none" strike="noStrike" spc="-100">
                <a:solidFill>
                  <a:srgbClr val="F6F6F6">
                    <a:alpha val="47059"/>
                  </a:srgbClr>
                </a:solidFill>
                <a:ea typeface="Pretendard Regular"/>
              </a:rPr>
              <a:t>구현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63600" y="368300"/>
            <a:ext cx="4394200" cy="304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07070"/>
              </a:lnSpc>
            </a:pPr>
            <a:r>
              <a:rPr lang="en-US" sz="1700" b="0" i="0" u="none" strike="noStrike">
                <a:solidFill>
                  <a:srgbClr val="FFFFFF"/>
                </a:solidFill>
                <a:latin typeface="DungGeunMo"/>
              </a:rPr>
              <a:t>SPARTA </a:t>
            </a:r>
            <a:r>
              <a:rPr lang="ko-KR" sz="1700" b="0" i="0" u="none" strike="noStrike">
                <a:solidFill>
                  <a:srgbClr val="FFFFFF"/>
                </a:solidFill>
                <a:ea typeface="DungGeunMo"/>
              </a:rPr>
              <a:t>내일배움캠프</a:t>
            </a:r>
            <a:r>
              <a:rPr lang="en-US" sz="1700" b="0" i="0" u="none" strike="noStrike">
                <a:solidFill>
                  <a:srgbClr val="FFFFFF"/>
                </a:solidFill>
                <a:latin typeface="DungGeunMo"/>
              </a:rPr>
              <a:t> Unreal 5,6</a:t>
            </a:r>
            <a:r>
              <a:rPr lang="ko-KR" sz="1700" b="0" i="0" u="none" strike="noStrike">
                <a:solidFill>
                  <a:srgbClr val="FFFFFF"/>
                </a:solidFill>
                <a:ea typeface="DungGeunMo"/>
              </a:rPr>
              <a:t>기</a:t>
            </a:r>
            <a:r>
              <a:rPr lang="en-US" sz="1700" b="0" i="0" u="none" strike="noStrike">
                <a:solidFill>
                  <a:srgbClr val="FFFFFF"/>
                </a:solidFill>
                <a:latin typeface="DungGeunMo"/>
              </a:rPr>
              <a:t> - CH2</a:t>
            </a:r>
          </a:p>
        </p:txBody>
      </p:sp>
      <p:pic>
        <p:nvPicPr>
          <p:cNvPr id="32" name="Picture 32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769100" y="2082800"/>
            <a:ext cx="393700" cy="393700"/>
          </a:xfrm>
          <a:prstGeom prst="rect">
            <a:avLst/>
          </a:prstGeom>
        </p:spPr>
      </p:pic>
      <p:pic>
        <p:nvPicPr>
          <p:cNvPr id="33" name="Picture 33"/>
          <p:cNvPicPr>
            <a:picLocks noChangeAspect="1"/>
          </p:cNvPicPr>
          <p:nvPr/>
        </p:nvPicPr>
        <p:blipFill>
          <a:blip r:embed="rId29">
            <a:alphaModFix amt="50000"/>
          </a:blip>
          <a:stretch>
            <a:fillRect/>
          </a:stretch>
        </p:blipFill>
        <p:spPr>
          <a:xfrm rot="5400000">
            <a:off x="7581900" y="6121400"/>
            <a:ext cx="6858000" cy="12700"/>
          </a:xfrm>
          <a:prstGeom prst="rect">
            <a:avLst/>
          </a:prstGeom>
        </p:spPr>
      </p:pic>
      <p:sp>
        <p:nvSpPr>
          <p:cNvPr id="34" name="TextBox 34"/>
          <p:cNvSpPr txBox="1"/>
          <p:nvPr/>
        </p:nvSpPr>
        <p:spPr>
          <a:xfrm rot="21600000">
            <a:off x="7239000" y="2057400"/>
            <a:ext cx="12827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79679"/>
              </a:lnSpc>
            </a:pPr>
            <a:r>
              <a:rPr lang="en-US" sz="2700" b="0" i="0" u="none" strike="noStrike" spc="100">
                <a:solidFill>
                  <a:srgbClr val="18A8F1"/>
                </a:solidFill>
                <a:latin typeface="DungGeunMo"/>
              </a:rPr>
              <a:t>Entity</a:t>
            </a:r>
          </a:p>
        </p:txBody>
      </p:sp>
      <p:sp>
        <p:nvSpPr>
          <p:cNvPr id="35" name="TextBox 35"/>
          <p:cNvSpPr txBox="1"/>
          <p:nvPr/>
        </p:nvSpPr>
        <p:spPr>
          <a:xfrm rot="21600000">
            <a:off x="4902200" y="2171700"/>
            <a:ext cx="1854200" cy="228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79679"/>
              </a:lnSpc>
            </a:pPr>
            <a:r>
              <a:rPr lang="en-US" sz="1800" b="0" i="0" u="none" strike="noStrike" spc="100">
                <a:solidFill>
                  <a:srgbClr val="18A8F1"/>
                </a:solidFill>
                <a:latin typeface="DungGeunMo"/>
              </a:rPr>
              <a:t>------------&gt;&gt;</a:t>
            </a:r>
          </a:p>
        </p:txBody>
      </p:sp>
      <p:sp>
        <p:nvSpPr>
          <p:cNvPr id="36" name="TextBox 36"/>
          <p:cNvSpPr txBox="1"/>
          <p:nvPr/>
        </p:nvSpPr>
        <p:spPr>
          <a:xfrm rot="10800000">
            <a:off x="8521700" y="2171700"/>
            <a:ext cx="1803400" cy="228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79679"/>
              </a:lnSpc>
            </a:pPr>
            <a:r>
              <a:rPr lang="en-US" sz="1800" b="0" i="0" u="none" strike="noStrike" spc="100">
                <a:solidFill>
                  <a:srgbClr val="18A8F1"/>
                </a:solidFill>
                <a:latin typeface="DungGeunMo"/>
              </a:rPr>
              <a:t>------------&gt;&gt;</a:t>
            </a:r>
          </a:p>
        </p:txBody>
      </p:sp>
      <p:pic>
        <p:nvPicPr>
          <p:cNvPr id="37" name="Picture 37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3512800" y="2044700"/>
            <a:ext cx="393700" cy="393700"/>
          </a:xfrm>
          <a:prstGeom prst="rect">
            <a:avLst/>
          </a:prstGeom>
        </p:spPr>
      </p:pic>
      <p:pic>
        <p:nvPicPr>
          <p:cNvPr id="38" name="Picture 38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5003800" y="2616200"/>
            <a:ext cx="5270500" cy="6946900"/>
          </a:xfrm>
          <a:prstGeom prst="rect">
            <a:avLst/>
          </a:prstGeom>
          <a:effectLst>
            <a:outerShdw dist="121528" dir="2760000">
              <a:srgbClr val="000000">
                <a:alpha val="15000"/>
              </a:srgbClr>
            </a:outerShdw>
          </a:effectLst>
        </p:spPr>
      </p:pic>
      <p:pic>
        <p:nvPicPr>
          <p:cNvPr id="39" name="Picture 39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1925300" y="2603500"/>
            <a:ext cx="5270500" cy="2489200"/>
          </a:xfrm>
          <a:prstGeom prst="rect">
            <a:avLst/>
          </a:prstGeom>
          <a:effectLst>
            <a:outerShdw dist="57434" dir="2760000">
              <a:srgbClr val="000000">
                <a:alpha val="15000"/>
              </a:srgbClr>
            </a:outerShdw>
          </a:effectLst>
        </p:spPr>
      </p:pic>
      <p:pic>
        <p:nvPicPr>
          <p:cNvPr id="40" name="Picture 40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2534900" y="2501900"/>
            <a:ext cx="3937000" cy="2590800"/>
          </a:xfrm>
          <a:prstGeom prst="rect">
            <a:avLst/>
          </a:prstGeom>
        </p:spPr>
      </p:pic>
      <p:pic>
        <p:nvPicPr>
          <p:cNvPr id="41" name="Picture 41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5080000" y="2959100"/>
            <a:ext cx="5029200" cy="6235700"/>
          </a:xfrm>
          <a:prstGeom prst="rect">
            <a:avLst/>
          </a:prstGeom>
        </p:spPr>
      </p:pic>
      <p:sp>
        <p:nvSpPr>
          <p:cNvPr id="42" name="TextBox 42"/>
          <p:cNvSpPr txBox="1"/>
          <p:nvPr/>
        </p:nvSpPr>
        <p:spPr>
          <a:xfrm rot="21600000">
            <a:off x="13995400" y="2019300"/>
            <a:ext cx="23876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79679"/>
              </a:lnSpc>
            </a:pPr>
            <a:r>
              <a:rPr lang="en-US" sz="2700" b="0" i="0" u="none" strike="noStrike" spc="100">
                <a:solidFill>
                  <a:srgbClr val="18A8F1"/>
                </a:solidFill>
                <a:latin typeface="DungGeunMo"/>
              </a:rPr>
              <a:t>Merchant</a:t>
            </a:r>
          </a:p>
        </p:txBody>
      </p:sp>
      <p:sp>
        <p:nvSpPr>
          <p:cNvPr id="43" name="TextBox 43"/>
          <p:cNvSpPr txBox="1"/>
          <p:nvPr/>
        </p:nvSpPr>
        <p:spPr>
          <a:xfrm rot="21600000">
            <a:off x="11836400" y="2146300"/>
            <a:ext cx="1854200" cy="228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79679"/>
              </a:lnSpc>
            </a:pPr>
            <a:r>
              <a:rPr lang="en-US" sz="1800" b="0" i="0" u="none" strike="noStrike" spc="100">
                <a:solidFill>
                  <a:srgbClr val="18A8F1"/>
                </a:solidFill>
                <a:latin typeface="DungGeunMo"/>
              </a:rPr>
              <a:t>----------&gt;&gt;</a:t>
            </a:r>
          </a:p>
        </p:txBody>
      </p:sp>
      <p:sp>
        <p:nvSpPr>
          <p:cNvPr id="44" name="TextBox 44"/>
          <p:cNvSpPr txBox="1"/>
          <p:nvPr/>
        </p:nvSpPr>
        <p:spPr>
          <a:xfrm rot="10800000">
            <a:off x="15455900" y="2133600"/>
            <a:ext cx="1803400" cy="228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79679"/>
              </a:lnSpc>
            </a:pPr>
            <a:r>
              <a:rPr lang="en-US" sz="1800" b="0" i="0" u="none" strike="noStrike" spc="100">
                <a:solidFill>
                  <a:srgbClr val="18A8F1"/>
                </a:solidFill>
                <a:latin typeface="DungGeunMo"/>
              </a:rPr>
              <a:t>----------&gt;&gt;</a:t>
            </a:r>
          </a:p>
        </p:txBody>
      </p:sp>
      <p:pic>
        <p:nvPicPr>
          <p:cNvPr id="45" name="Picture 45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3868400" y="5410200"/>
            <a:ext cx="393700" cy="393700"/>
          </a:xfrm>
          <a:prstGeom prst="rect">
            <a:avLst/>
          </a:prstGeom>
        </p:spPr>
      </p:pic>
      <p:pic>
        <p:nvPicPr>
          <p:cNvPr id="46" name="Picture 46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11912600" y="5918200"/>
            <a:ext cx="5270500" cy="3835400"/>
          </a:xfrm>
          <a:prstGeom prst="rect">
            <a:avLst/>
          </a:prstGeom>
          <a:effectLst>
            <a:outerShdw dist="88574" dir="2760000">
              <a:srgbClr val="000000">
                <a:alpha val="15000"/>
              </a:srgbClr>
            </a:outerShdw>
          </a:effectLst>
        </p:spPr>
      </p:pic>
      <p:pic>
        <p:nvPicPr>
          <p:cNvPr id="47" name="Picture 47"/>
          <p:cNvPicPr>
            <a:picLocks noChangeAspect="1"/>
          </p:cNvPicPr>
          <p:nvPr/>
        </p:nvPicPr>
        <p:blipFill>
          <a:blip r:embed="rId35">
            <a:alphaModFix amt="50000"/>
          </a:blip>
          <a:stretch>
            <a:fillRect/>
          </a:stretch>
        </p:blipFill>
        <p:spPr>
          <a:xfrm>
            <a:off x="11938000" y="5321300"/>
            <a:ext cx="5283200" cy="12700"/>
          </a:xfrm>
          <a:prstGeom prst="rect">
            <a:avLst/>
          </a:prstGeom>
        </p:spPr>
      </p:pic>
      <p:pic>
        <p:nvPicPr>
          <p:cNvPr id="48" name="Picture 48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11963400" y="6400800"/>
            <a:ext cx="5181600" cy="2794000"/>
          </a:xfrm>
          <a:prstGeom prst="rect">
            <a:avLst/>
          </a:prstGeom>
        </p:spPr>
      </p:pic>
      <p:sp>
        <p:nvSpPr>
          <p:cNvPr id="49" name="TextBox 49"/>
          <p:cNvSpPr txBox="1"/>
          <p:nvPr/>
        </p:nvSpPr>
        <p:spPr>
          <a:xfrm rot="21600000">
            <a:off x="14351000" y="5384800"/>
            <a:ext cx="23876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79679"/>
              </a:lnSpc>
            </a:pPr>
            <a:r>
              <a:rPr lang="en-US" sz="2700" b="0" i="0" u="none" strike="noStrike" spc="100">
                <a:solidFill>
                  <a:srgbClr val="18A8F1"/>
                </a:solidFill>
                <a:latin typeface="DungGeunMo"/>
              </a:rPr>
              <a:t>Card</a:t>
            </a:r>
          </a:p>
        </p:txBody>
      </p:sp>
      <p:sp>
        <p:nvSpPr>
          <p:cNvPr id="50" name="TextBox 50"/>
          <p:cNvSpPr txBox="1"/>
          <p:nvPr/>
        </p:nvSpPr>
        <p:spPr>
          <a:xfrm rot="21600000">
            <a:off x="11823700" y="5511800"/>
            <a:ext cx="1854200" cy="228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79679"/>
              </a:lnSpc>
            </a:pPr>
            <a:r>
              <a:rPr lang="en-US" sz="1800" b="0" i="0" u="none" strike="noStrike" spc="100">
                <a:solidFill>
                  <a:srgbClr val="18A8F1"/>
                </a:solidFill>
                <a:latin typeface="DungGeunMo"/>
              </a:rPr>
              <a:t>------------&gt;&gt;</a:t>
            </a:r>
          </a:p>
        </p:txBody>
      </p:sp>
      <p:sp>
        <p:nvSpPr>
          <p:cNvPr id="51" name="TextBox 51"/>
          <p:cNvSpPr txBox="1"/>
          <p:nvPr/>
        </p:nvSpPr>
        <p:spPr>
          <a:xfrm rot="10800000">
            <a:off x="15430500" y="5499100"/>
            <a:ext cx="1803400" cy="228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79679"/>
              </a:lnSpc>
            </a:pPr>
            <a:r>
              <a:rPr lang="en-US" sz="1800" b="0" i="0" u="none" strike="noStrike" spc="100">
                <a:solidFill>
                  <a:srgbClr val="18A8F1"/>
                </a:solidFill>
                <a:latin typeface="DungGeunMo"/>
              </a:rPr>
              <a:t>------------&gt;&gt;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030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78400" y="393700"/>
            <a:ext cx="190500" cy="1905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94200" y="393700"/>
            <a:ext cx="215900" cy="2159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-165100" y="6070600"/>
            <a:ext cx="9093200" cy="12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386300" y="393700"/>
            <a:ext cx="215900" cy="2159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79900" y="3492500"/>
            <a:ext cx="215900" cy="2159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0900" y="5092700"/>
            <a:ext cx="647700" cy="762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101600" y="952500"/>
            <a:ext cx="18491200" cy="5715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>
            <a:alphaModFix amt="38000"/>
          </a:blip>
          <a:stretch>
            <a:fillRect/>
          </a:stretch>
        </p:blipFill>
        <p:spPr>
          <a:xfrm>
            <a:off x="2921000" y="1143000"/>
            <a:ext cx="177800" cy="1778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>
            <a:alphaModFix amt="38000"/>
          </a:blip>
          <a:stretch>
            <a:fillRect/>
          </a:stretch>
        </p:blipFill>
        <p:spPr>
          <a:xfrm>
            <a:off x="3632200" y="1130300"/>
            <a:ext cx="215900" cy="2159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>
            <a:alphaModFix amt="38000"/>
          </a:blip>
          <a:stretch>
            <a:fillRect/>
          </a:stretch>
        </p:blipFill>
        <p:spPr>
          <a:xfrm>
            <a:off x="5880100" y="1143000"/>
            <a:ext cx="228600" cy="1905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>
            <a:alphaModFix amt="38000"/>
          </a:blip>
          <a:stretch>
            <a:fillRect/>
          </a:stretch>
        </p:blipFill>
        <p:spPr>
          <a:xfrm>
            <a:off x="6629400" y="1143000"/>
            <a:ext cx="190500" cy="1905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3">
            <a:alphaModFix amt="38000"/>
          </a:blip>
          <a:stretch>
            <a:fillRect/>
          </a:stretch>
        </p:blipFill>
        <p:spPr>
          <a:xfrm>
            <a:off x="7340600" y="1143000"/>
            <a:ext cx="254000" cy="1778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4">
            <a:alphaModFix amt="38000"/>
          </a:blip>
          <a:stretch>
            <a:fillRect/>
          </a:stretch>
        </p:blipFill>
        <p:spPr>
          <a:xfrm>
            <a:off x="8115300" y="1143000"/>
            <a:ext cx="177800" cy="1778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5">
            <a:alphaModFix amt="38000"/>
          </a:blip>
          <a:stretch>
            <a:fillRect/>
          </a:stretch>
        </p:blipFill>
        <p:spPr>
          <a:xfrm>
            <a:off x="2222500" y="1143000"/>
            <a:ext cx="177800" cy="1905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6">
            <a:alphaModFix amt="38000"/>
          </a:blip>
          <a:stretch>
            <a:fillRect/>
          </a:stretch>
        </p:blipFill>
        <p:spPr>
          <a:xfrm>
            <a:off x="8826500" y="1130300"/>
            <a:ext cx="215900" cy="2159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7">
            <a:alphaModFix amt="38000"/>
          </a:blip>
          <a:stretch>
            <a:fillRect/>
          </a:stretch>
        </p:blipFill>
        <p:spPr>
          <a:xfrm>
            <a:off x="9550400" y="1143000"/>
            <a:ext cx="190500" cy="1905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8">
            <a:alphaModFix amt="38000"/>
          </a:blip>
          <a:stretch>
            <a:fillRect/>
          </a:stretch>
        </p:blipFill>
        <p:spPr>
          <a:xfrm>
            <a:off x="11734800" y="1143000"/>
            <a:ext cx="190500" cy="1905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9">
            <a:alphaModFix amt="38000"/>
          </a:blip>
          <a:stretch>
            <a:fillRect/>
          </a:stretch>
        </p:blipFill>
        <p:spPr>
          <a:xfrm>
            <a:off x="10985500" y="1117600"/>
            <a:ext cx="228600" cy="2286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20">
            <a:alphaModFix amt="38000"/>
          </a:blip>
          <a:stretch>
            <a:fillRect/>
          </a:stretch>
        </p:blipFill>
        <p:spPr>
          <a:xfrm>
            <a:off x="10261600" y="1143000"/>
            <a:ext cx="190500" cy="1905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21">
            <a:alphaModFix amt="38000"/>
          </a:blip>
          <a:stretch>
            <a:fillRect/>
          </a:stretch>
        </p:blipFill>
        <p:spPr>
          <a:xfrm>
            <a:off x="4356100" y="1104900"/>
            <a:ext cx="266700" cy="2667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22">
            <a:alphaModFix amt="38000"/>
          </a:blip>
          <a:stretch>
            <a:fillRect/>
          </a:stretch>
        </p:blipFill>
        <p:spPr>
          <a:xfrm>
            <a:off x="5143500" y="1130300"/>
            <a:ext cx="215900" cy="2159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23">
            <a:alphaModFix amt="38000"/>
          </a:blip>
          <a:stretch>
            <a:fillRect/>
          </a:stretch>
        </p:blipFill>
        <p:spPr>
          <a:xfrm>
            <a:off x="12446000" y="1143000"/>
            <a:ext cx="190500" cy="1778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76300" y="1181100"/>
            <a:ext cx="127000" cy="1270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079500" y="1181100"/>
            <a:ext cx="127000" cy="127000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295400" y="1181100"/>
            <a:ext cx="127000" cy="127000"/>
          </a:xfrm>
          <a:prstGeom prst="rect">
            <a:avLst/>
          </a:prstGeom>
        </p:spPr>
      </p:pic>
      <p:pic>
        <p:nvPicPr>
          <p:cNvPr id="27" name="Picture 27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8173700" y="6210300"/>
            <a:ext cx="6172200" cy="736600"/>
          </a:xfrm>
          <a:prstGeom prst="rect">
            <a:avLst/>
          </a:prstGeom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 r:embed="rId28">
            <a:alphaModFix amt="85000"/>
          </a:blip>
          <a:stretch>
            <a:fillRect/>
          </a:stretch>
        </p:blipFill>
        <p:spPr>
          <a:xfrm>
            <a:off x="5257800" y="6578600"/>
            <a:ext cx="12179300" cy="63500"/>
          </a:xfrm>
          <a:prstGeom prst="rect">
            <a:avLst/>
          </a:prstGeom>
        </p:spPr>
      </p:pic>
      <p:pic>
        <p:nvPicPr>
          <p:cNvPr id="29" name="Picture 29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5557500" y="3136900"/>
            <a:ext cx="1524000" cy="1524000"/>
          </a:xfrm>
          <a:prstGeom prst="rect">
            <a:avLst/>
          </a:prstGeom>
        </p:spPr>
      </p:pic>
      <p:pic>
        <p:nvPicPr>
          <p:cNvPr id="30" name="Picture 30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2687300" y="2171700"/>
            <a:ext cx="1892300" cy="1892300"/>
          </a:xfrm>
          <a:prstGeom prst="rect">
            <a:avLst/>
          </a:prstGeom>
        </p:spPr>
      </p:pic>
      <p:pic>
        <p:nvPicPr>
          <p:cNvPr id="31" name="Picture 31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3373100" y="2882900"/>
            <a:ext cx="2692400" cy="2692400"/>
          </a:xfrm>
          <a:prstGeom prst="rect">
            <a:avLst/>
          </a:prstGeom>
        </p:spPr>
      </p:pic>
      <p:sp>
        <p:nvSpPr>
          <p:cNvPr id="32" name="TextBox 32"/>
          <p:cNvSpPr txBox="1"/>
          <p:nvPr/>
        </p:nvSpPr>
        <p:spPr>
          <a:xfrm>
            <a:off x="5168900" y="2590800"/>
            <a:ext cx="8229600" cy="287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79679"/>
              </a:lnSpc>
            </a:pPr>
            <a:r>
              <a:rPr lang="ko-KR" sz="9600" b="0" i="0" u="none" strike="noStrike" spc="-1000">
                <a:solidFill>
                  <a:srgbClr val="3AB429"/>
                </a:solidFill>
                <a:ea typeface="DungGeunMo"/>
              </a:rPr>
              <a:t>자유롭게</a:t>
            </a:r>
          </a:p>
          <a:p>
            <a:pPr lvl="0" algn="l">
              <a:lnSpc>
                <a:spcPct val="79679"/>
              </a:lnSpc>
            </a:pPr>
            <a:r>
              <a:rPr lang="ko-KR" sz="9600" b="0" i="0" u="none" strike="noStrike" spc="-1000">
                <a:solidFill>
                  <a:srgbClr val="18A8F1"/>
                </a:solidFill>
                <a:ea typeface="DungGeunMo"/>
              </a:rPr>
              <a:t>질문</a:t>
            </a:r>
            <a:r>
              <a:rPr lang="ko-KR" sz="9600" b="0" i="0" u="none" strike="noStrike" spc="-1000">
                <a:solidFill>
                  <a:srgbClr val="FFFFFF"/>
                </a:solidFill>
                <a:ea typeface="DungGeunMo"/>
              </a:rPr>
              <a:t>해</a:t>
            </a:r>
            <a:r>
              <a:rPr lang="en-US" sz="9600" b="0" i="0" u="none" strike="noStrike" spc="-1000">
                <a:solidFill>
                  <a:srgbClr val="FFFFFF"/>
                </a:solidFill>
                <a:latin typeface="DungGeunMo"/>
              </a:rPr>
              <a:t> </a:t>
            </a:r>
            <a:r>
              <a:rPr lang="ko-KR" sz="9600" b="0" i="0" u="none" strike="noStrike" spc="-1000">
                <a:solidFill>
                  <a:srgbClr val="FFFFFF"/>
                </a:solidFill>
                <a:ea typeface="DungGeunMo"/>
              </a:rPr>
              <a:t>주세요</a:t>
            </a:r>
            <a:r>
              <a:rPr lang="en-US" sz="9600" b="0" i="0" u="none" strike="noStrike" spc="-1000">
                <a:solidFill>
                  <a:srgbClr val="FFFFFF"/>
                </a:solidFill>
                <a:latin typeface="DungGeunMo"/>
              </a:rPr>
              <a:t>!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5245100" y="7099300"/>
            <a:ext cx="74295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07070"/>
              </a:lnSpc>
            </a:pPr>
            <a:r>
              <a:rPr lang="en-US" sz="1000" b="0" i="0" u="none" strike="noStrike">
                <a:solidFill>
                  <a:srgbClr val="FFFFFF">
                    <a:alpha val="21961"/>
                  </a:srgbClr>
                </a:solidFill>
                <a:latin typeface="DungGeunMo"/>
              </a:rPr>
              <a:t>Praesent a lobortis libero, a interdum tellus. Morbi velit ipsum, interdum id porttitor non, semper id sem. Donec et vehicula elit. Integer a luctus urna, sit amet convallis mauris. Nullam bibendum arcu sagittis </a:t>
            </a:r>
          </a:p>
          <a:p>
            <a:pPr lvl="0" algn="l">
              <a:lnSpc>
                <a:spcPct val="107070"/>
              </a:lnSpc>
            </a:pPr>
            <a:r>
              <a:rPr lang="en-US" sz="1000" b="0" i="0" u="none" strike="noStrike">
                <a:solidFill>
                  <a:srgbClr val="FFFFFF">
                    <a:alpha val="21961"/>
                  </a:srgbClr>
                </a:solidFill>
                <a:latin typeface="DungGeunMo"/>
              </a:rPr>
              <a:t>eget vestibulum dolor venenatis. Nam luctus libero vitae imperdiet sodales. Curabitu rauctor erat.</a:t>
            </a:r>
          </a:p>
        </p:txBody>
      </p:sp>
      <p:sp>
        <p:nvSpPr>
          <p:cNvPr id="34" name="TextBox 34"/>
          <p:cNvSpPr txBox="1"/>
          <p:nvPr/>
        </p:nvSpPr>
        <p:spPr>
          <a:xfrm rot="21600000">
            <a:off x="5245100" y="5422900"/>
            <a:ext cx="6883400" cy="977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8770"/>
              </a:lnSpc>
            </a:pPr>
            <a:r>
              <a:rPr lang="ko-KR" sz="2000" b="0" i="0" u="none" strike="noStrike" spc="-100">
                <a:solidFill>
                  <a:srgbClr val="FFFFFF">
                    <a:alpha val="45098"/>
                  </a:srgbClr>
                </a:solidFill>
                <a:ea typeface="DungGeunMo"/>
              </a:rPr>
              <a:t>본</a:t>
            </a:r>
            <a:r>
              <a:rPr lang="en-US" sz="2000" b="0" i="0" u="none" strike="noStrike" spc="-100">
                <a:solidFill>
                  <a:srgbClr val="FFFFFF">
                    <a:alpha val="45098"/>
                  </a:srgbClr>
                </a:solidFill>
                <a:latin typeface="DungGeunMo"/>
              </a:rPr>
              <a:t> </a:t>
            </a:r>
            <a:r>
              <a:rPr lang="ko-KR" sz="2000" b="0" i="0" u="none" strike="noStrike" spc="-100">
                <a:solidFill>
                  <a:srgbClr val="FFFFFF">
                    <a:alpha val="45098"/>
                  </a:srgbClr>
                </a:solidFill>
                <a:ea typeface="DungGeunMo"/>
              </a:rPr>
              <a:t>프로젝트에</a:t>
            </a:r>
            <a:r>
              <a:rPr lang="en-US" sz="2000" b="0" i="0" u="none" strike="noStrike" spc="-100">
                <a:solidFill>
                  <a:srgbClr val="FFFFFF">
                    <a:alpha val="45098"/>
                  </a:srgbClr>
                </a:solidFill>
                <a:latin typeface="DungGeunMo"/>
              </a:rPr>
              <a:t> </a:t>
            </a:r>
            <a:r>
              <a:rPr lang="ko-KR" sz="2000" b="0" i="0" u="none" strike="noStrike" spc="-100">
                <a:solidFill>
                  <a:srgbClr val="FFFFFF">
                    <a:alpha val="45098"/>
                  </a:srgbClr>
                </a:solidFill>
                <a:ea typeface="DungGeunMo"/>
              </a:rPr>
              <a:t>관한</a:t>
            </a:r>
            <a:r>
              <a:rPr lang="en-US" sz="2000" b="0" i="0" u="none" strike="noStrike" spc="-100">
                <a:solidFill>
                  <a:srgbClr val="FFFFFF">
                    <a:alpha val="45098"/>
                  </a:srgbClr>
                </a:solidFill>
                <a:latin typeface="DungGeunMo"/>
              </a:rPr>
              <a:t> </a:t>
            </a:r>
            <a:r>
              <a:rPr lang="ko-KR" sz="2000" b="0" i="0" u="none" strike="noStrike" spc="-100">
                <a:solidFill>
                  <a:srgbClr val="FFFFFF">
                    <a:alpha val="45098"/>
                  </a:srgbClr>
                </a:solidFill>
                <a:ea typeface="DungGeunMo"/>
              </a:rPr>
              <a:t>궁금증을</a:t>
            </a:r>
            <a:r>
              <a:rPr lang="en-US" sz="2000" b="0" i="0" u="none" strike="noStrike" spc="-100">
                <a:solidFill>
                  <a:srgbClr val="FFFFFF">
                    <a:alpha val="45098"/>
                  </a:srgbClr>
                </a:solidFill>
                <a:latin typeface="DungGeunMo"/>
              </a:rPr>
              <a:t> </a:t>
            </a:r>
            <a:r>
              <a:rPr lang="ko-KR" sz="2000" b="0" i="0" u="none" strike="noStrike" spc="-100">
                <a:solidFill>
                  <a:srgbClr val="FFFFFF">
                    <a:alpha val="45098"/>
                  </a:srgbClr>
                </a:solidFill>
                <a:ea typeface="DungGeunMo"/>
              </a:rPr>
              <a:t>질문해보세요</a:t>
            </a:r>
            <a:r>
              <a:rPr lang="en-US" sz="2000" b="0" i="0" u="none" strike="noStrike" spc="-100">
                <a:solidFill>
                  <a:srgbClr val="FFFFFF">
                    <a:alpha val="45098"/>
                  </a:srgbClr>
                </a:solidFill>
                <a:latin typeface="DungGeunMo"/>
              </a:rPr>
              <a:t>!</a:t>
            </a:r>
          </a:p>
          <a:p>
            <a:pPr lvl="0" algn="l">
              <a:lnSpc>
                <a:spcPct val="98770"/>
              </a:lnSpc>
            </a:pPr>
            <a:endParaRPr lang="en-US" sz="2000" b="0" i="0" u="none" strike="noStrike" spc="-100">
              <a:solidFill>
                <a:srgbClr val="FFFFFF">
                  <a:alpha val="45098"/>
                </a:srgbClr>
              </a:solidFill>
              <a:latin typeface="DungGeunMo"/>
            </a:endParaRPr>
          </a:p>
          <a:p>
            <a:pPr lvl="0" algn="l">
              <a:lnSpc>
                <a:spcPct val="98770"/>
              </a:lnSpc>
            </a:pPr>
            <a:endParaRPr lang="en-US" sz="2000" b="0" i="0" u="none" strike="noStrike" spc="-100">
              <a:solidFill>
                <a:srgbClr val="FFFFFF">
                  <a:alpha val="45098"/>
                </a:srgbClr>
              </a:solidFill>
              <a:latin typeface="DungGeunMo"/>
            </a:endParaRPr>
          </a:p>
        </p:txBody>
      </p:sp>
      <p:sp>
        <p:nvSpPr>
          <p:cNvPr id="35" name="TextBox 35"/>
          <p:cNvSpPr txBox="1"/>
          <p:nvPr/>
        </p:nvSpPr>
        <p:spPr>
          <a:xfrm rot="21600000">
            <a:off x="825500" y="1993900"/>
            <a:ext cx="3606800" cy="1879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79679"/>
              </a:lnSpc>
            </a:pPr>
            <a:r>
              <a:rPr lang="ko-KR" sz="6200" b="0" i="0" u="none" strike="noStrike" spc="-700">
                <a:solidFill>
                  <a:srgbClr val="FFFFFF"/>
                </a:solidFill>
                <a:ea typeface="DungGeunMo"/>
              </a:rPr>
              <a:t>묻고</a:t>
            </a:r>
          </a:p>
          <a:p>
            <a:pPr lvl="0" algn="l">
              <a:lnSpc>
                <a:spcPct val="79679"/>
              </a:lnSpc>
            </a:pPr>
            <a:r>
              <a:rPr lang="ko-KR" sz="6200" b="0" i="0" u="none" strike="noStrike" spc="-700">
                <a:solidFill>
                  <a:srgbClr val="FFFFFF"/>
                </a:solidFill>
                <a:ea typeface="DungGeunMo"/>
              </a:rPr>
              <a:t>답하기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63600" y="3797300"/>
            <a:ext cx="20447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07070"/>
              </a:lnSpc>
            </a:pPr>
            <a:r>
              <a:rPr lang="en-US" sz="1500" b="0" i="0" u="none" strike="noStrike">
                <a:solidFill>
                  <a:srgbClr val="18A8F1"/>
                </a:solidFill>
                <a:latin typeface="DungGeunMo"/>
              </a:rPr>
              <a:t>Project Q&amp;A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863600" y="368300"/>
            <a:ext cx="4394200" cy="304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07070"/>
              </a:lnSpc>
            </a:pPr>
            <a:r>
              <a:rPr lang="en-US" sz="1700" b="0" i="0" u="none" strike="noStrike">
                <a:solidFill>
                  <a:srgbClr val="FFFFFF"/>
                </a:solidFill>
                <a:latin typeface="DungGeunMo"/>
              </a:rPr>
              <a:t>SPARTA </a:t>
            </a:r>
            <a:r>
              <a:rPr lang="ko-KR" sz="1700" b="0" i="0" u="none" strike="noStrike">
                <a:solidFill>
                  <a:srgbClr val="FFFFFF"/>
                </a:solidFill>
                <a:ea typeface="DungGeunMo"/>
              </a:rPr>
              <a:t>내일배움캠프</a:t>
            </a:r>
            <a:r>
              <a:rPr lang="en-US" sz="1700" b="0" i="0" u="none" strike="noStrike">
                <a:solidFill>
                  <a:srgbClr val="FFFFFF"/>
                </a:solidFill>
                <a:latin typeface="DungGeunMo"/>
              </a:rPr>
              <a:t> Unreal 5,6</a:t>
            </a:r>
            <a:r>
              <a:rPr lang="ko-KR" sz="1700" b="0" i="0" u="none" strike="noStrike">
                <a:solidFill>
                  <a:srgbClr val="FFFFFF"/>
                </a:solidFill>
                <a:ea typeface="DungGeunMo"/>
              </a:rPr>
              <a:t>기</a:t>
            </a:r>
            <a:r>
              <a:rPr lang="en-US" sz="1700" b="0" i="0" u="none" strike="noStrike">
                <a:solidFill>
                  <a:srgbClr val="FFFFFF"/>
                </a:solidFill>
                <a:latin typeface="DungGeunMo"/>
              </a:rPr>
              <a:t> - CH2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850900" y="4330700"/>
            <a:ext cx="3225800" cy="254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02919"/>
              </a:lnSpc>
            </a:pPr>
            <a:r>
              <a:rPr lang="ko-KR" sz="1400" b="0" i="0" u="none" strike="noStrike" spc="-100">
                <a:solidFill>
                  <a:srgbClr val="F6F6F6">
                    <a:alpha val="47059"/>
                  </a:srgbClr>
                </a:solidFill>
                <a:ea typeface="Pretendard Regular"/>
              </a:rPr>
              <a:t>던전</a:t>
            </a:r>
            <a:r>
              <a:rPr lang="en-US" sz="1400" b="0" i="0" u="none" strike="noStrike" spc="-100">
                <a:solidFill>
                  <a:srgbClr val="F6F6F6">
                    <a:alpha val="47059"/>
                  </a:srgbClr>
                </a:solidFill>
                <a:latin typeface="Pretendard Regular"/>
              </a:rPr>
              <a:t> </a:t>
            </a:r>
            <a:r>
              <a:rPr lang="ko-KR" sz="1400" b="0" i="0" u="none" strike="noStrike" spc="-100">
                <a:solidFill>
                  <a:srgbClr val="F6F6F6">
                    <a:alpha val="47059"/>
                  </a:srgbClr>
                </a:solidFill>
                <a:ea typeface="Pretendard Regular"/>
              </a:rPr>
              <a:t>탐색</a:t>
            </a:r>
            <a:r>
              <a:rPr lang="en-US" sz="1400" b="0" i="0" u="none" strike="noStrike" spc="-100">
                <a:solidFill>
                  <a:srgbClr val="F6F6F6">
                    <a:alpha val="47059"/>
                  </a:srgbClr>
                </a:solidFill>
                <a:latin typeface="Pretendard Regular"/>
              </a:rPr>
              <a:t> </a:t>
            </a:r>
            <a:r>
              <a:rPr lang="ko-KR" sz="1400" b="0" i="0" u="none" strike="noStrike" spc="-100">
                <a:solidFill>
                  <a:srgbClr val="F6F6F6">
                    <a:alpha val="47059"/>
                  </a:srgbClr>
                </a:solidFill>
                <a:ea typeface="Pretendard Regular"/>
              </a:rPr>
              <a:t>기반의</a:t>
            </a:r>
            <a:r>
              <a:rPr lang="en-US" sz="1400" b="0" i="0" u="none" strike="noStrike" spc="-100">
                <a:solidFill>
                  <a:srgbClr val="F6F6F6">
                    <a:alpha val="47059"/>
                  </a:srgbClr>
                </a:solidFill>
                <a:latin typeface="Pretendard Regular"/>
              </a:rPr>
              <a:t> </a:t>
            </a:r>
            <a:r>
              <a:rPr lang="ko-KR" sz="1400" b="0" i="0" u="none" strike="noStrike" spc="-100">
                <a:solidFill>
                  <a:srgbClr val="F6F6F6">
                    <a:alpha val="47059"/>
                  </a:srgbClr>
                </a:solidFill>
                <a:ea typeface="Pretendard Regular"/>
              </a:rPr>
              <a:t>턴제</a:t>
            </a:r>
            <a:r>
              <a:rPr lang="en-US" sz="1400" b="0" i="0" u="none" strike="noStrike" spc="-100">
                <a:solidFill>
                  <a:srgbClr val="F6F6F6">
                    <a:alpha val="47059"/>
                  </a:srgbClr>
                </a:solidFill>
                <a:latin typeface="Pretendard Regular"/>
              </a:rPr>
              <a:t>  RPG </a:t>
            </a:r>
            <a:r>
              <a:rPr lang="ko-KR" sz="1400" b="0" i="0" u="none" strike="noStrike" spc="-100">
                <a:solidFill>
                  <a:srgbClr val="F6F6F6">
                    <a:alpha val="47059"/>
                  </a:srgbClr>
                </a:solidFill>
                <a:ea typeface="Pretendard Regular"/>
              </a:rPr>
              <a:t>구현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</TotalTime>
  <Words>573</Words>
  <Application>Microsoft Office PowerPoint</Application>
  <PresentationFormat>사용자 지정</PresentationFormat>
  <Paragraphs>178</Paragraphs>
  <Slides>13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8" baseType="lpstr">
      <vt:lpstr>DungGeunMo</vt:lpstr>
      <vt:lpstr>Calibri</vt:lpstr>
      <vt:lpstr>Pretendard Regular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현수 김</cp:lastModifiedBy>
  <cp:revision>21</cp:revision>
  <dcterms:created xsi:type="dcterms:W3CDTF">2006-08-16T00:00:00Z</dcterms:created>
  <dcterms:modified xsi:type="dcterms:W3CDTF">2025-09-11T05:00:03Z</dcterms:modified>
</cp:coreProperties>
</file>